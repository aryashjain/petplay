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gif"/><Relationship Id="rId6" Type="http://schemas.openxmlformats.org/officeDocument/2006/relationships/image" Target="../media/image5.png"/><Relationship Id="rId7" Type="http://schemas.openxmlformats.org/officeDocument/2006/relationships/image" Target="../media/image6.gif"/><Relationship Id="rId8" Type="http://schemas.openxmlformats.org/officeDocument/2006/relationships/image" Target="../media/image7.png"/><Relationship Id="rId9" Type="http://schemas.openxmlformats.org/officeDocument/2006/relationships/image" Target="../media/image8.gif"/><Relationship Id="rId10" Type="http://schemas.openxmlformats.org/officeDocument/2006/relationships/image" Target="../media/image9.png"/><Relationship Id="rId11" Type="http://schemas.openxmlformats.org/officeDocument/2006/relationships/image" Target="../media/image10.gif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gif"/><Relationship Id="rId15" Type="http://schemas.openxmlformats.org/officeDocument/2006/relationships/image" Target="../media/image14.gif"/><Relationship Id="rId16" Type="http://schemas.openxmlformats.org/officeDocument/2006/relationships/image" Target="../media/image15.gif"/><Relationship Id="rId17" Type="http://schemas.openxmlformats.org/officeDocument/2006/relationships/image" Target="../media/image16.gif"/><Relationship Id="rId18" Type="http://schemas.openxmlformats.org/officeDocument/2006/relationships/image" Target="../media/image17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Relationship Id="rId16" Type="http://schemas.openxmlformats.org/officeDocument/2006/relationships/image" Target="../media/image42.png"/><Relationship Id="rId17" Type="http://schemas.openxmlformats.org/officeDocument/2006/relationships/image" Target="../media/image43.png"/><Relationship Id="rId18" Type="http://schemas.openxmlformats.org/officeDocument/2006/relationships/image" Target="../media/image44.png"/><Relationship Id="rId19" Type="http://schemas.openxmlformats.org/officeDocument/2006/relationships/image" Target="../media/image45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gif"/><Relationship Id="rId12" Type="http://schemas.openxmlformats.org/officeDocument/2006/relationships/image" Target="../media/image7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2.gif"/><Relationship Id="rId4" Type="http://schemas.openxmlformats.org/officeDocument/2006/relationships/image" Target="../media/image73.gif"/><Relationship Id="rId5" Type="http://schemas.openxmlformats.org/officeDocument/2006/relationships/image" Target="../media/image74.gif"/><Relationship Id="rId6" Type="http://schemas.openxmlformats.org/officeDocument/2006/relationships/image" Target="../media/image75.gif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1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63500"/>
            <a:ext cx="2470447" cy="1117600"/>
          </a:xfrm>
          <a:prstGeom prst="rect">
            <a:avLst/>
          </a:prstGeom>
        </p:spPr>
      </p:pic>
      <p:pic>
        <p:nvPicPr>
          <p:cNvPr id="4" name="Picture 3" descr="s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571500"/>
            <a:ext cx="11557000" cy="2433240"/>
          </a:xfrm>
          <a:prstGeom prst="rect">
            <a:avLst/>
          </a:prstGeom>
        </p:spPr>
      </p:pic>
      <p:pic>
        <p:nvPicPr>
          <p:cNvPr id="5" name="Picture 4" descr="round_head1_302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40000">
            <a:off x="8470900" y="279400"/>
            <a:ext cx="1917700" cy="1917700"/>
          </a:xfrm>
          <a:prstGeom prst="rect">
            <a:avLst/>
          </a:prstGeom>
        </p:spPr>
      </p:pic>
      <p:pic>
        <p:nvPicPr>
          <p:cNvPr id="6" name="Picture 5" descr="s1_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" y="2357040"/>
            <a:ext cx="9017000" cy="1314450"/>
          </a:xfrm>
          <a:prstGeom prst="rect">
            <a:avLst/>
          </a:prstGeom>
        </p:spPr>
      </p:pic>
      <p:pic>
        <p:nvPicPr>
          <p:cNvPr id="7" name="Picture 6" descr="round_dance1_272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480000">
            <a:off x="10185400" y="1549400"/>
            <a:ext cx="1727200" cy="1727200"/>
          </a:xfrm>
          <a:prstGeom prst="rect">
            <a:avLst/>
          </a:prstGeom>
        </p:spPr>
      </p:pic>
      <p:pic>
        <p:nvPicPr>
          <p:cNvPr id="8" name="Picture 7" descr="s1_0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500" y="3087290"/>
            <a:ext cx="3149600" cy="2229941"/>
          </a:xfrm>
          <a:prstGeom prst="rect">
            <a:avLst/>
          </a:prstGeom>
        </p:spPr>
      </p:pic>
      <p:pic>
        <p:nvPicPr>
          <p:cNvPr id="9" name="Picture 8" descr="round_dance2_242.gi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300000">
            <a:off x="8661400" y="2501900"/>
            <a:ext cx="1536700" cy="1536700"/>
          </a:xfrm>
          <a:prstGeom prst="rect">
            <a:avLst/>
          </a:prstGeom>
        </p:spPr>
      </p:pic>
      <p:pic>
        <p:nvPicPr>
          <p:cNvPr id="10" name="Picture 9" descr="s1_0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0200" y="3087290"/>
            <a:ext cx="3149600" cy="2229941"/>
          </a:xfrm>
          <a:prstGeom prst="rect">
            <a:avLst/>
          </a:prstGeom>
        </p:spPr>
      </p:pic>
      <p:pic>
        <p:nvPicPr>
          <p:cNvPr id="11" name="Picture 10" descr="round_head2_252.gi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120000">
            <a:off x="10185400" y="3644900"/>
            <a:ext cx="1600200" cy="1600200"/>
          </a:xfrm>
          <a:prstGeom prst="rect">
            <a:avLst/>
          </a:prstGeom>
        </p:spPr>
      </p:pic>
      <p:pic>
        <p:nvPicPr>
          <p:cNvPr id="12" name="Picture 11" descr="s1_0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22900" y="3087290"/>
            <a:ext cx="3149600" cy="2229941"/>
          </a:xfrm>
          <a:prstGeom prst="rect">
            <a:avLst/>
          </a:prstGeom>
        </p:spPr>
      </p:pic>
      <p:pic>
        <p:nvPicPr>
          <p:cNvPr id="13" name="Picture 12" descr="s1_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500" y="4965700"/>
            <a:ext cx="2349500" cy="1390650"/>
          </a:xfrm>
          <a:prstGeom prst="rect">
            <a:avLst/>
          </a:prstGeom>
        </p:spPr>
      </p:pic>
      <p:pic>
        <p:nvPicPr>
          <p:cNvPr id="14" name="Picture 13" descr="round_play1_152.gif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240000">
            <a:off x="2501900" y="5168900"/>
            <a:ext cx="965200" cy="965200"/>
          </a:xfrm>
          <a:prstGeom prst="rect">
            <a:avLst/>
          </a:prstGeom>
        </p:spPr>
      </p:pic>
      <p:pic>
        <p:nvPicPr>
          <p:cNvPr id="15" name="Picture 14" descr="round_play2_152.gif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300000">
            <a:off x="3581400" y="5168900"/>
            <a:ext cx="965200" cy="965200"/>
          </a:xfrm>
          <a:prstGeom prst="rect">
            <a:avLst/>
          </a:prstGeom>
        </p:spPr>
      </p:pic>
      <p:pic>
        <p:nvPicPr>
          <p:cNvPr id="16" name="Picture 15" descr="round_play3_152.gi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360000">
            <a:off x="4660900" y="5168900"/>
            <a:ext cx="965200" cy="965200"/>
          </a:xfrm>
          <a:prstGeom prst="rect">
            <a:avLst/>
          </a:prstGeom>
        </p:spPr>
      </p:pic>
      <p:pic>
        <p:nvPicPr>
          <p:cNvPr id="17" name="Picture 16" descr="round_play4_152.gif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360000">
            <a:off x="5740400" y="5168900"/>
            <a:ext cx="965200" cy="965200"/>
          </a:xfrm>
          <a:prstGeom prst="rect">
            <a:avLst/>
          </a:prstGeom>
        </p:spPr>
      </p:pic>
      <p:pic>
        <p:nvPicPr>
          <p:cNvPr id="18" name="Picture 17" descr="round_play5_152.gif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300000">
            <a:off x="6819900" y="5168900"/>
            <a:ext cx="965200" cy="965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vortex dir="r"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2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012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6"/>
                                          </p:val>
                                        </p:tav>
                                        <p:tav tm="100000">
                                          <p:val>
                                            <p:fltVal val="-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8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92"/>
                                          </p:val>
                                        </p:tav>
                                        <p:tav tm="100000">
                                          <p:val>
                                            <p:fltVal val="8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95"/>
                                          </p:val>
                                        </p:tav>
                                        <p:tav tm="100000">
                                          <p:val>
                                            <p:fltVal val="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8"/>
                                          </p:val>
                                        </p:tav>
                                        <p:tav tm="100000">
                                          <p:val>
                                            <p:fltVal val="-8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6"/>
                                          </p:val>
                                        </p:tav>
                                        <p:tav tm="100000">
                                          <p:val>
                                            <p:fltVal val="-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95"/>
                                          </p:val>
                                        </p:tav>
                                        <p:tav tm="100000">
                                          <p:val>
                                            <p:fltVal val="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4"/>
                                          </p:val>
                                        </p:tav>
                                        <p:tav tm="100000">
                                          <p:val>
                                            <p:fltVal val="-4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94"/>
                                          </p:val>
                                        </p:tav>
                                        <p:tav tm="100000">
                                          <p:val>
                                            <p:fltVal val="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3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5"/>
                                          </p:val>
                                        </p:tav>
                                        <p:tav tm="100000">
                                          <p:val>
                                            <p:fltVal val="-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2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63500"/>
            <a:ext cx="2210494" cy="1104900"/>
          </a:xfrm>
          <a:prstGeom prst="rect">
            <a:avLst/>
          </a:prstGeom>
        </p:spPr>
      </p:pic>
      <p:pic>
        <p:nvPicPr>
          <p:cNvPr id="4" name="Picture 3" descr="s2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520700"/>
            <a:ext cx="11557000" cy="1375370"/>
          </a:xfrm>
          <a:prstGeom prst="rect">
            <a:avLst/>
          </a:prstGeom>
        </p:spPr>
      </p:pic>
      <p:pic>
        <p:nvPicPr>
          <p:cNvPr id="5" name="Picture 4" descr="s2_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1248370"/>
            <a:ext cx="9017000" cy="1314450"/>
          </a:xfrm>
          <a:prstGeom prst="rect">
            <a:avLst/>
          </a:prstGeom>
        </p:spPr>
      </p:pic>
      <p:pic>
        <p:nvPicPr>
          <p:cNvPr id="6" name="Picture 5" descr="s2_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6787" y="50184"/>
            <a:ext cx="3065212" cy="3309581"/>
          </a:xfrm>
          <a:prstGeom prst="rect">
            <a:avLst/>
          </a:prstGeom>
        </p:spPr>
      </p:pic>
      <p:pic>
        <p:nvPicPr>
          <p:cNvPr id="7" name="Picture 6" descr="s2_0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00" y="2016720"/>
            <a:ext cx="3118643" cy="3056830"/>
          </a:xfrm>
          <a:prstGeom prst="rect">
            <a:avLst/>
          </a:prstGeom>
        </p:spPr>
      </p:pic>
      <p:pic>
        <p:nvPicPr>
          <p:cNvPr id="8" name="Picture 7" descr="s2_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3843" y="2919610"/>
            <a:ext cx="1138634" cy="1250950"/>
          </a:xfrm>
          <a:prstGeom prst="rect">
            <a:avLst/>
          </a:prstGeom>
        </p:spPr>
      </p:pic>
      <p:pic>
        <p:nvPicPr>
          <p:cNvPr id="9" name="Picture 8" descr="s2_0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0178" y="2016720"/>
            <a:ext cx="3118643" cy="3056830"/>
          </a:xfrm>
          <a:prstGeom prst="rect">
            <a:avLst/>
          </a:prstGeom>
        </p:spPr>
      </p:pic>
      <p:pic>
        <p:nvPicPr>
          <p:cNvPr id="10" name="Picture 9" descr="s2_0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26521" y="2919610"/>
            <a:ext cx="1138634" cy="1250950"/>
          </a:xfrm>
          <a:prstGeom prst="rect">
            <a:avLst/>
          </a:prstGeom>
        </p:spPr>
      </p:pic>
      <p:pic>
        <p:nvPicPr>
          <p:cNvPr id="11" name="Picture 10" descr="s2_0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2856" y="2016720"/>
            <a:ext cx="3118643" cy="3056830"/>
          </a:xfrm>
          <a:prstGeom prst="rect">
            <a:avLst/>
          </a:prstGeom>
        </p:spPr>
      </p:pic>
      <p:pic>
        <p:nvPicPr>
          <p:cNvPr id="12" name="Picture 11" descr="s2_0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7500" y="4927600"/>
            <a:ext cx="9525000" cy="1930400"/>
          </a:xfrm>
          <a:prstGeom prst="rect">
            <a:avLst/>
          </a:prstGeom>
        </p:spPr>
      </p:pic>
      <p:pic>
        <p:nvPicPr>
          <p:cNvPr id="13" name="Picture 12" descr="round_fetch2_242.gif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480000">
            <a:off x="10121900" y="4914900"/>
            <a:ext cx="1536700" cy="1536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gallery dir="l"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2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012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31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92"/>
                                          </p:val>
                                        </p:tav>
                                        <p:tav tm="100000">
                                          <p:val>
                                            <p:fltVal val="8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3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63500"/>
            <a:ext cx="4448373" cy="1104900"/>
          </a:xfrm>
          <a:prstGeom prst="rect">
            <a:avLst/>
          </a:prstGeom>
        </p:spPr>
      </p:pic>
      <p:pic>
        <p:nvPicPr>
          <p:cNvPr id="4" name="Picture 3" descr="s3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520700"/>
            <a:ext cx="11557000" cy="1346200"/>
          </a:xfrm>
          <a:prstGeom prst="rect">
            <a:avLst/>
          </a:prstGeom>
        </p:spPr>
      </p:pic>
      <p:pic>
        <p:nvPicPr>
          <p:cNvPr id="5" name="Picture 4" descr="s3_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1295400"/>
            <a:ext cx="5334000" cy="1965325"/>
          </a:xfrm>
          <a:prstGeom prst="rect">
            <a:avLst/>
          </a:prstGeom>
        </p:spPr>
      </p:pic>
      <p:pic>
        <p:nvPicPr>
          <p:cNvPr id="6" name="Picture 5" descr="s3_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0500" y="1295400"/>
            <a:ext cx="6604000" cy="1047750"/>
          </a:xfrm>
          <a:prstGeom prst="rect">
            <a:avLst/>
          </a:prstGeom>
        </p:spPr>
      </p:pic>
      <p:pic>
        <p:nvPicPr>
          <p:cNvPr id="7" name="Picture 6" descr="s3_0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00" y="2638425"/>
            <a:ext cx="5334000" cy="1965325"/>
          </a:xfrm>
          <a:prstGeom prst="rect">
            <a:avLst/>
          </a:prstGeom>
        </p:spPr>
      </p:pic>
      <p:pic>
        <p:nvPicPr>
          <p:cNvPr id="8" name="Picture 7" descr="s3_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500" y="1863725"/>
            <a:ext cx="1737320" cy="1320800"/>
          </a:xfrm>
          <a:prstGeom prst="rect">
            <a:avLst/>
          </a:prstGeom>
        </p:spPr>
      </p:pic>
      <p:pic>
        <p:nvPicPr>
          <p:cNvPr id="9" name="Picture 8" descr="s3_0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500" y="3981450"/>
            <a:ext cx="5334000" cy="1965325"/>
          </a:xfrm>
          <a:prstGeom prst="rect">
            <a:avLst/>
          </a:prstGeom>
        </p:spPr>
      </p:pic>
      <p:pic>
        <p:nvPicPr>
          <p:cNvPr id="10" name="Picture 9" descr="s3_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5820" y="2124075"/>
            <a:ext cx="1003300" cy="800100"/>
          </a:xfrm>
          <a:prstGeom prst="rect">
            <a:avLst/>
          </a:prstGeom>
        </p:spPr>
      </p:pic>
      <p:pic>
        <p:nvPicPr>
          <p:cNvPr id="11" name="Picture 10" descr="s3_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7120" y="1803400"/>
            <a:ext cx="1737419" cy="1441450"/>
          </a:xfrm>
          <a:prstGeom prst="rect">
            <a:avLst/>
          </a:prstGeom>
        </p:spPr>
      </p:pic>
      <p:pic>
        <p:nvPicPr>
          <p:cNvPr id="12" name="Picture 11" descr="s3_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2539" y="2124075"/>
            <a:ext cx="1003300" cy="800100"/>
          </a:xfrm>
          <a:prstGeom prst="rect">
            <a:avLst/>
          </a:prstGeom>
        </p:spPr>
      </p:pic>
      <p:pic>
        <p:nvPicPr>
          <p:cNvPr id="13" name="Picture 12" descr="s3_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03839" y="1708150"/>
            <a:ext cx="1737320" cy="1631950"/>
          </a:xfrm>
          <a:prstGeom prst="rect">
            <a:avLst/>
          </a:prstGeom>
        </p:spPr>
      </p:pic>
      <p:pic>
        <p:nvPicPr>
          <p:cNvPr id="14" name="Picture 13" descr="s3_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9160" y="2124075"/>
            <a:ext cx="1003300" cy="800100"/>
          </a:xfrm>
          <a:prstGeom prst="rect">
            <a:avLst/>
          </a:prstGeom>
        </p:spPr>
      </p:pic>
      <p:pic>
        <p:nvPicPr>
          <p:cNvPr id="15" name="Picture 14" descr="s3_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20460" y="1863725"/>
            <a:ext cx="1737419" cy="1320800"/>
          </a:xfrm>
          <a:prstGeom prst="rect">
            <a:avLst/>
          </a:prstGeom>
        </p:spPr>
      </p:pic>
      <p:pic>
        <p:nvPicPr>
          <p:cNvPr id="16" name="Picture 15" descr="s3_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95879" y="2124075"/>
            <a:ext cx="1003300" cy="800100"/>
          </a:xfrm>
          <a:prstGeom prst="rect">
            <a:avLst/>
          </a:prstGeom>
        </p:spPr>
      </p:pic>
      <p:pic>
        <p:nvPicPr>
          <p:cNvPr id="17" name="Picture 16" descr="s3_1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37179" y="1768475"/>
            <a:ext cx="1737320" cy="1511300"/>
          </a:xfrm>
          <a:prstGeom prst="rect">
            <a:avLst/>
          </a:prstGeom>
        </p:spPr>
      </p:pic>
      <p:pic>
        <p:nvPicPr>
          <p:cNvPr id="18" name="Picture 17" descr="s3_1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70500" y="2806700"/>
            <a:ext cx="6604000" cy="1625600"/>
          </a:xfrm>
          <a:prstGeom prst="rect">
            <a:avLst/>
          </a:prstGeom>
        </p:spPr>
      </p:pic>
      <p:pic>
        <p:nvPicPr>
          <p:cNvPr id="19" name="Picture 18" descr="s3_1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70500" y="3860800"/>
            <a:ext cx="2624633" cy="1612205"/>
          </a:xfrm>
          <a:prstGeom prst="rect">
            <a:avLst/>
          </a:prstGeom>
        </p:spPr>
      </p:pic>
      <p:pic>
        <p:nvPicPr>
          <p:cNvPr id="20" name="Picture 19" descr="s3_17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60133" y="3860800"/>
            <a:ext cx="2624732" cy="1612205"/>
          </a:xfrm>
          <a:prstGeom prst="rect">
            <a:avLst/>
          </a:prstGeom>
        </p:spPr>
      </p:pic>
      <p:pic>
        <p:nvPicPr>
          <p:cNvPr id="21" name="Picture 20" descr="s3_18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49866" y="3860800"/>
            <a:ext cx="2624633" cy="1612205"/>
          </a:xfrm>
          <a:prstGeom prst="rect">
            <a:avLst/>
          </a:prstGeom>
        </p:spPr>
      </p:pic>
      <p:pic>
        <p:nvPicPr>
          <p:cNvPr id="22" name="Picture 21" descr="round_puppy1_202.gif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600000">
            <a:off x="10566400" y="215900"/>
            <a:ext cx="1282700" cy="128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conveyor dir="l"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2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012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8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8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8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8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8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8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31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90"/>
                                          </p:val>
                                        </p:tav>
                                        <p:tav tm="100000">
                                          <p:val>
                                            <p:fltVal val="1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4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63500"/>
            <a:ext cx="4532808" cy="1104900"/>
          </a:xfrm>
          <a:prstGeom prst="rect">
            <a:avLst/>
          </a:prstGeom>
        </p:spPr>
      </p:pic>
      <p:pic>
        <p:nvPicPr>
          <p:cNvPr id="4" name="Picture 3" descr="s4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520700"/>
            <a:ext cx="11557000" cy="1346200"/>
          </a:xfrm>
          <a:prstGeom prst="rect">
            <a:avLst/>
          </a:prstGeom>
        </p:spPr>
      </p:pic>
      <p:pic>
        <p:nvPicPr>
          <p:cNvPr id="5" name="Picture 4" descr="s4_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1295400"/>
            <a:ext cx="1492250" cy="1536700"/>
          </a:xfrm>
          <a:prstGeom prst="rect">
            <a:avLst/>
          </a:prstGeom>
        </p:spPr>
      </p:pic>
      <p:pic>
        <p:nvPicPr>
          <p:cNvPr id="6" name="Picture 5" descr="s4_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650" y="1295400"/>
            <a:ext cx="1492250" cy="1536700"/>
          </a:xfrm>
          <a:prstGeom prst="rect">
            <a:avLst/>
          </a:prstGeom>
        </p:spPr>
      </p:pic>
      <p:pic>
        <p:nvPicPr>
          <p:cNvPr id="7" name="Picture 6" descr="s4_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5800" y="1295400"/>
            <a:ext cx="1492250" cy="1536700"/>
          </a:xfrm>
          <a:prstGeom prst="rect">
            <a:avLst/>
          </a:prstGeom>
        </p:spPr>
      </p:pic>
      <p:pic>
        <p:nvPicPr>
          <p:cNvPr id="8" name="Picture 7" descr="s4_1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4500" y="1295400"/>
            <a:ext cx="6350000" cy="4279900"/>
          </a:xfrm>
          <a:prstGeom prst="rect">
            <a:avLst/>
          </a:prstGeom>
        </p:spPr>
      </p:pic>
      <p:pic>
        <p:nvPicPr>
          <p:cNvPr id="9" name="Picture 8" descr="s4_0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74950" y="1295400"/>
            <a:ext cx="1492250" cy="1536700"/>
          </a:xfrm>
          <a:prstGeom prst="rect">
            <a:avLst/>
          </a:prstGeom>
        </p:spPr>
      </p:pic>
      <p:pic>
        <p:nvPicPr>
          <p:cNvPr id="10" name="Picture 9" descr="s4_0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4100" y="1295400"/>
            <a:ext cx="1492250" cy="1536700"/>
          </a:xfrm>
          <a:prstGeom prst="rect">
            <a:avLst/>
          </a:prstGeom>
        </p:spPr>
      </p:pic>
      <p:pic>
        <p:nvPicPr>
          <p:cNvPr id="11" name="Picture 10" descr="s4_0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3250" y="1295400"/>
            <a:ext cx="1492250" cy="1536700"/>
          </a:xfrm>
          <a:prstGeom prst="rect">
            <a:avLst/>
          </a:prstGeom>
        </p:spPr>
      </p:pic>
      <p:pic>
        <p:nvPicPr>
          <p:cNvPr id="12" name="Picture 11" descr="s4_0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7500" y="2235200"/>
            <a:ext cx="5588000" cy="1130300"/>
          </a:xfrm>
          <a:prstGeom prst="rect">
            <a:avLst/>
          </a:prstGeom>
        </p:spPr>
      </p:pic>
      <p:pic>
        <p:nvPicPr>
          <p:cNvPr id="13" name="Picture 12" descr="s4_0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500" y="2768600"/>
            <a:ext cx="5588000" cy="1206500"/>
          </a:xfrm>
          <a:prstGeom prst="rect">
            <a:avLst/>
          </a:prstGeom>
        </p:spPr>
      </p:pic>
      <p:pic>
        <p:nvPicPr>
          <p:cNvPr id="14" name="Picture 13" descr="s4_1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7500" y="3302000"/>
            <a:ext cx="5588000" cy="1206500"/>
          </a:xfrm>
          <a:prstGeom prst="rect">
            <a:avLst/>
          </a:prstGeom>
        </p:spPr>
      </p:pic>
      <p:pic>
        <p:nvPicPr>
          <p:cNvPr id="15" name="Picture 14" descr="s4_1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7500" y="3835400"/>
            <a:ext cx="5588000" cy="1206500"/>
          </a:xfrm>
          <a:prstGeom prst="rect">
            <a:avLst/>
          </a:prstGeom>
        </p:spPr>
      </p:pic>
      <p:pic>
        <p:nvPicPr>
          <p:cNvPr id="16" name="Picture 15" descr="s4_1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7500" y="4368800"/>
            <a:ext cx="5588000" cy="1206500"/>
          </a:xfrm>
          <a:prstGeom prst="rect">
            <a:avLst/>
          </a:prstGeom>
        </p:spPr>
      </p:pic>
      <p:pic>
        <p:nvPicPr>
          <p:cNvPr id="17" name="Picture 16" descr="s4_1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7500" y="5473700"/>
            <a:ext cx="11557000" cy="1130300"/>
          </a:xfrm>
          <a:prstGeom prst="rect">
            <a:avLst/>
          </a:prstGeom>
        </p:spPr>
      </p:pic>
      <p:pic>
        <p:nvPicPr>
          <p:cNvPr id="18" name="Picture 17" descr="round_piano3_192.gif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120000">
            <a:off x="10629900" y="215900"/>
            <a:ext cx="1219200" cy="121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switch dir="r"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2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012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8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8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8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8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3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8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8"/>
                                          </p:val>
                                        </p:tav>
                                        <p:tav tm="100000">
                                          <p:val>
                                            <p:fltVal val="-8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5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63500"/>
            <a:ext cx="2600126" cy="1104900"/>
          </a:xfrm>
          <a:prstGeom prst="rect">
            <a:avLst/>
          </a:prstGeom>
        </p:spPr>
      </p:pic>
      <p:pic>
        <p:nvPicPr>
          <p:cNvPr id="4" name="Picture 3" descr="s5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520700"/>
            <a:ext cx="9906000" cy="1282700"/>
          </a:xfrm>
          <a:prstGeom prst="rect">
            <a:avLst/>
          </a:prstGeom>
        </p:spPr>
      </p:pic>
      <p:pic>
        <p:nvPicPr>
          <p:cNvPr id="5" name="Picture 4" descr="s5_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1231900"/>
            <a:ext cx="3479800" cy="2561034"/>
          </a:xfrm>
          <a:prstGeom prst="rect">
            <a:avLst/>
          </a:prstGeom>
        </p:spPr>
      </p:pic>
      <p:pic>
        <p:nvPicPr>
          <p:cNvPr id="6" name="Picture 5" descr="s5_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100" y="1231900"/>
            <a:ext cx="3479800" cy="2561034"/>
          </a:xfrm>
          <a:prstGeom prst="rect">
            <a:avLst/>
          </a:prstGeom>
        </p:spPr>
      </p:pic>
      <p:pic>
        <p:nvPicPr>
          <p:cNvPr id="7" name="Picture 6" descr="s5_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8700" y="1231900"/>
            <a:ext cx="3479800" cy="2561034"/>
          </a:xfrm>
          <a:prstGeom prst="rect">
            <a:avLst/>
          </a:prstGeom>
        </p:spPr>
      </p:pic>
      <p:pic>
        <p:nvPicPr>
          <p:cNvPr id="8" name="Picture 7" descr="s5_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500" y="3208734"/>
            <a:ext cx="3479800" cy="2561034"/>
          </a:xfrm>
          <a:prstGeom prst="rect">
            <a:avLst/>
          </a:prstGeom>
        </p:spPr>
      </p:pic>
      <p:pic>
        <p:nvPicPr>
          <p:cNvPr id="9" name="Picture 8" descr="s5_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3100" y="3208734"/>
            <a:ext cx="3479800" cy="2561034"/>
          </a:xfrm>
          <a:prstGeom prst="rect">
            <a:avLst/>
          </a:prstGeom>
        </p:spPr>
      </p:pic>
      <p:pic>
        <p:nvPicPr>
          <p:cNvPr id="10" name="Picture 9" descr="s5_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700" y="3208734"/>
            <a:ext cx="3479800" cy="2561034"/>
          </a:xfrm>
          <a:prstGeom prst="rect">
            <a:avLst/>
          </a:prstGeom>
        </p:spPr>
      </p:pic>
      <p:pic>
        <p:nvPicPr>
          <p:cNvPr id="11" name="Picture 10" descr="round_zoom1_312.gi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360000">
            <a:off x="9804400" y="1104900"/>
            <a:ext cx="1981200" cy="1981200"/>
          </a:xfrm>
          <a:prstGeom prst="rect">
            <a:avLst/>
          </a:prstGeom>
        </p:spPr>
      </p:pic>
      <p:pic>
        <p:nvPicPr>
          <p:cNvPr id="12" name="Picture 11" descr="round_ball2_262.gi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120000">
            <a:off x="9804400" y="3517900"/>
            <a:ext cx="1663700" cy="1663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flip dir="l"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2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012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8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8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94"/>
                                          </p:val>
                                        </p:tav>
                                        <p:tav tm="100000">
                                          <p:val>
                                            <p:fltVal val="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8"/>
                                          </p:val>
                                        </p:tav>
                                        <p:tav tm="100000">
                                          <p:val>
                                            <p:fltVal val="-8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round_ball4_292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20000">
            <a:off x="660400" y="469900"/>
            <a:ext cx="1854200" cy="1854200"/>
          </a:xfrm>
          <a:prstGeom prst="rect">
            <a:avLst/>
          </a:prstGeom>
        </p:spPr>
      </p:pic>
      <p:pic>
        <p:nvPicPr>
          <p:cNvPr id="4" name="Picture 3" descr="round_piano1_29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0000">
            <a:off x="9677400" y="469900"/>
            <a:ext cx="1854200" cy="1854200"/>
          </a:xfrm>
          <a:prstGeom prst="rect">
            <a:avLst/>
          </a:prstGeom>
        </p:spPr>
      </p:pic>
      <p:pic>
        <p:nvPicPr>
          <p:cNvPr id="5" name="Picture 4" descr="round_dance1_292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60000">
            <a:off x="977900" y="4470400"/>
            <a:ext cx="1854200" cy="1854200"/>
          </a:xfrm>
          <a:prstGeom prst="rect">
            <a:avLst/>
          </a:prstGeom>
        </p:spPr>
      </p:pic>
      <p:pic>
        <p:nvPicPr>
          <p:cNvPr id="6" name="Picture 5" descr="round_head1_292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240000">
            <a:off x="9359900" y="4470400"/>
            <a:ext cx="1854200" cy="1854200"/>
          </a:xfrm>
          <a:prstGeom prst="rect">
            <a:avLst/>
          </a:prstGeom>
        </p:spPr>
      </p:pic>
      <p:pic>
        <p:nvPicPr>
          <p:cNvPr id="7" name="Picture 6" descr="s6_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2667" y="1354137"/>
            <a:ext cx="6646564" cy="1762125"/>
          </a:xfrm>
          <a:prstGeom prst="rect">
            <a:avLst/>
          </a:prstGeom>
        </p:spPr>
      </p:pic>
      <p:pic>
        <p:nvPicPr>
          <p:cNvPr id="8" name="Picture 7" descr="s6_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8205" y="2417762"/>
            <a:ext cx="4395589" cy="1130300"/>
          </a:xfrm>
          <a:prstGeom prst="rect">
            <a:avLst/>
          </a:prstGeom>
        </p:spPr>
      </p:pic>
      <p:pic>
        <p:nvPicPr>
          <p:cNvPr id="9" name="Picture 8" descr="s6_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82453" y="3001962"/>
            <a:ext cx="7227093" cy="1181100"/>
          </a:xfrm>
          <a:prstGeom prst="rect">
            <a:avLst/>
          </a:prstGeom>
        </p:spPr>
      </p:pic>
      <p:pic>
        <p:nvPicPr>
          <p:cNvPr id="10" name="Picture 9" descr="s6_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2250" y="3611562"/>
            <a:ext cx="1587500" cy="1587500"/>
          </a:xfrm>
          <a:prstGeom prst="rect">
            <a:avLst/>
          </a:prstGeom>
        </p:spPr>
      </p:pic>
      <p:pic>
        <p:nvPicPr>
          <p:cNvPr id="11" name="Picture 10" descr="s6_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4920" y="4538662"/>
            <a:ext cx="3942159" cy="965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prism isContent="1"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8"/>
                                          </p:val>
                                        </p:tav>
                                        <p:tav tm="100000">
                                          <p:val>
                                            <p:fltVal val="-8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92"/>
                                          </p:val>
                                        </p:tav>
                                        <p:tav tm="100000">
                                          <p:val>
                                            <p:fltVal val="8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94"/>
                                          </p:val>
                                        </p:tav>
                                        <p:tav tm="100000">
                                          <p:val>
                                            <p:fltVal val="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6"/>
                                          </p:val>
                                        </p:tav>
                                        <p:tav tm="100000">
                                          <p:val>
                                            <p:fltVal val="-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8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2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012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8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