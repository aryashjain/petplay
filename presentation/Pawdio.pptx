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music changes how dogs feel. Shelter studies found classical music meant more resting and less barking (Kogan et al., 2012), and soft rock / reggae lowered stress (Univ. of Glasgow &amp; Scottish SPCA, 2017). Dogs also hear up to ~45 kHz, way beyond our ~20 kHz. So what if their favourite toy made the music?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dogs love balls and they respond to music, so we fused them. Step 1, the dog just plays. Step 2, a motion sensor sealed in the ball feels every hit and spin 200 times a second. Step 3, a web page turns that motion into live piano music that always stays in key.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ball: ESP32-C6 (RISC-V, Wi-Fi 6, BLE 5, deep sleep), a 6-axis MPU IMU on I2C (accelerometer + gyroscope), and a small sealed LiPo. Firmware samples at 200 Hz or more, applies a light low-pass filter, detects impacts from acceleration spikes, packs compact binary frames and streams them over a WebSocket. It auto-reconnects and sleeps when the ball is still, waking on the IMU motion interrupt.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music brain is plain HTML, CSS and JavaScript, no phone app. It decodes the binary frames, maps impact strength to note velocity and rotation speed to pitch and note density, snaps every note to the chosen scale so it never sounds harsh, and synthesises piano with the Web Audio API. It also has a live motion visualiser, a connection indicator, and scale, tempo and volume controls.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scope: the same tiny module fits any toy. Plushies that sing when squeezed, tug ropes that crescendo, cat toys, health and activity insights for owners and vets, multiple toys jamming as a band, and sensory / therapy toys for kids and senior dogs.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Pawdio: every fetch is a song. Happy to take questions or show a live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gif"/><Relationship Id="rId6" Type="http://schemas.openxmlformats.org/officeDocument/2006/relationships/image" Target="../media/image5.png"/><Relationship Id="rId7" Type="http://schemas.openxmlformats.org/officeDocument/2006/relationships/image" Target="../media/image6.gif"/><Relationship Id="rId8" Type="http://schemas.openxmlformats.org/officeDocument/2006/relationships/image" Target="../media/image7.png"/><Relationship Id="rId9" Type="http://schemas.openxmlformats.org/officeDocument/2006/relationships/image" Target="../media/image8.gif"/><Relationship Id="rId10" Type="http://schemas.openxmlformats.org/officeDocument/2006/relationships/image" Target="../media/image9.png"/><Relationship Id="rId11" Type="http://schemas.openxmlformats.org/officeDocument/2006/relationships/image" Target="../media/image10.gif"/><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gif"/><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image" Target="../media/image32.png"/><Relationship Id="rId13" Type="http://schemas.openxmlformats.org/officeDocument/2006/relationships/image" Target="../media/image33.png"/><Relationship Id="rId14" Type="http://schemas.openxmlformats.org/officeDocument/2006/relationships/image" Target="../media/image34.png"/><Relationship Id="rId15" Type="http://schemas.openxmlformats.org/officeDocument/2006/relationships/image" Target="../media/image35.png"/><Relationship Id="rId16" Type="http://schemas.openxmlformats.org/officeDocument/2006/relationships/image" Target="../media/image36.png"/><Relationship Id="rId17" Type="http://schemas.openxmlformats.org/officeDocument/2006/relationships/image" Target="../media/image37.png"/><Relationship Id="rId18" Type="http://schemas.openxmlformats.org/officeDocument/2006/relationships/image" Target="../media/image38.png"/><Relationship Id="rId19" Type="http://schemas.openxmlformats.org/officeDocument/2006/relationships/image" Target="../media/image39.gif"/><Relationship Id="rId2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image" Target="../media/image44.png"/><Relationship Id="rId8" Type="http://schemas.openxmlformats.org/officeDocument/2006/relationships/image" Target="../media/image45.png"/><Relationship Id="rId9" Type="http://schemas.openxmlformats.org/officeDocument/2006/relationships/image" Target="../media/image46.png"/><Relationship Id="rId10" Type="http://schemas.openxmlformats.org/officeDocument/2006/relationships/image" Target="../media/image47.png"/><Relationship Id="rId11" Type="http://schemas.openxmlformats.org/officeDocument/2006/relationships/image" Target="../media/image48.png"/><Relationship Id="rId12" Type="http://schemas.openxmlformats.org/officeDocument/2006/relationships/image" Target="../media/image49.png"/><Relationship Id="rId13" Type="http://schemas.openxmlformats.org/officeDocument/2006/relationships/image" Target="../media/image50.png"/><Relationship Id="rId14" Type="http://schemas.openxmlformats.org/officeDocument/2006/relationships/image" Target="../media/image51.png"/><Relationship Id="rId15" Type="http://schemas.openxmlformats.org/officeDocument/2006/relationships/image" Target="../media/image52.png"/><Relationship Id="rId16" Type="http://schemas.openxmlformats.org/officeDocument/2006/relationships/image" Target="../media/image53.png"/><Relationship Id="rId17" Type="http://schemas.openxmlformats.org/officeDocument/2006/relationships/image" Target="../media/image54.png"/><Relationship Id="rId18" Type="http://schemas.openxmlformats.org/officeDocument/2006/relationships/image" Target="../media/image55.gif"/><Relationship Id="rId1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 Id="rId8" Type="http://schemas.openxmlformats.org/officeDocument/2006/relationships/image" Target="../media/image61.png"/><Relationship Id="rId9" Type="http://schemas.openxmlformats.org/officeDocument/2006/relationships/image" Target="../media/image62.png"/><Relationship Id="rId10" Type="http://schemas.openxmlformats.org/officeDocument/2006/relationships/image" Target="../media/image63.png"/><Relationship Id="rId11" Type="http://schemas.openxmlformats.org/officeDocument/2006/relationships/image" Target="../media/image64.gif"/><Relationship Id="rId12" Type="http://schemas.openxmlformats.org/officeDocument/2006/relationships/image" Target="../media/image65.gif"/><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gif"/><Relationship Id="rId4" Type="http://schemas.openxmlformats.org/officeDocument/2006/relationships/image" Target="../media/image67.gif"/><Relationship Id="rId5" Type="http://schemas.openxmlformats.org/officeDocument/2006/relationships/image" Target="../media/image6.gif"/><Relationship Id="rId6" Type="http://schemas.openxmlformats.org/officeDocument/2006/relationships/image" Target="../media/image4.gif"/><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pic>
        <p:nvPicPr>
          <p:cNvPr id="3" name="Picture 2" descr="s1_00.png"/>
          <p:cNvPicPr>
            <a:picLocks noChangeAspect="1"/>
          </p:cNvPicPr>
          <p:nvPr/>
        </p:nvPicPr>
        <p:blipFill>
          <a:blip r:embed="rId3"/>
          <a:stretch>
            <a:fillRect/>
          </a:stretch>
        </p:blipFill>
        <p:spPr>
          <a:xfrm>
            <a:off x="317500" y="63500"/>
            <a:ext cx="2470447" cy="1117600"/>
          </a:xfrm>
          <a:prstGeom prst="rect">
            <a:avLst/>
          </a:prstGeom>
        </p:spPr>
      </p:pic>
      <p:pic>
        <p:nvPicPr>
          <p:cNvPr id="4" name="Picture 3" descr="s1_01.png"/>
          <p:cNvPicPr>
            <a:picLocks noChangeAspect="1"/>
          </p:cNvPicPr>
          <p:nvPr/>
        </p:nvPicPr>
        <p:blipFill>
          <a:blip r:embed="rId4"/>
          <a:stretch>
            <a:fillRect/>
          </a:stretch>
        </p:blipFill>
        <p:spPr>
          <a:xfrm>
            <a:off x="317500" y="571500"/>
            <a:ext cx="11557000" cy="2572940"/>
          </a:xfrm>
          <a:prstGeom prst="rect">
            <a:avLst/>
          </a:prstGeom>
        </p:spPr>
      </p:pic>
      <p:grpSp>
        <p:nvGrpSpPr>
          <p:cNvPr id="7" name="Group 6"/>
          <p:cNvGrpSpPr/>
          <p:nvPr/>
        </p:nvGrpSpPr>
        <p:grpSpPr>
          <a:xfrm rot="21240000">
            <a:off x="8470900" y="279400"/>
            <a:ext cx="1917700" cy="1917700"/>
            <a:chOff x="8470900" y="279400"/>
            <a:chExt cx="1917700" cy="1917700"/>
          </a:xfrm>
        </p:grpSpPr>
        <p:sp>
          <p:nvSpPr>
            <p:cNvPr id="5" name="Oval 4"/>
            <p:cNvSpPr/>
            <p:nvPr/>
          </p:nvSpPr>
          <p:spPr>
            <a:xfrm>
              <a:off x="8470900" y="279400"/>
              <a:ext cx="1917700" cy="1917700"/>
            </a:xfrm>
            <a:prstGeom prst="ellipse">
              <a:avLst/>
            </a:prstGeom>
            <a:solidFill>
              <a:srgbClr val="FF4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ead1.gif"/>
            <p:cNvPicPr>
              <a:picLocks noChangeAspect="1"/>
            </p:cNvPicPr>
            <p:nvPr/>
          </p:nvPicPr>
          <p:blipFill>
            <a:blip r:embed="rId5"/>
            <a:srcRect l="9016" r="9016"/>
            <a:stretch>
              <a:fillRect/>
            </a:stretch>
          </p:blipFill>
          <p:spPr>
            <a:xfrm>
              <a:off x="8509000" y="317500"/>
              <a:ext cx="1841500" cy="1841500"/>
            </a:xfrm>
            <a:prstGeom prst="ellipse">
              <a:avLst/>
            </a:prstGeom>
            <a:ln w="76200">
              <a:solidFill>
                <a:srgbClr val="FFF8F0"/>
              </a:solidFill>
            </a:ln>
          </p:spPr>
        </p:pic>
      </p:grpSp>
      <p:pic>
        <p:nvPicPr>
          <p:cNvPr id="8" name="Picture 7" descr="s1_02.png"/>
          <p:cNvPicPr>
            <a:picLocks noChangeAspect="1"/>
          </p:cNvPicPr>
          <p:nvPr/>
        </p:nvPicPr>
        <p:blipFill>
          <a:blip r:embed="rId6"/>
          <a:stretch>
            <a:fillRect/>
          </a:stretch>
        </p:blipFill>
        <p:spPr>
          <a:xfrm>
            <a:off x="317500" y="2496740"/>
            <a:ext cx="9017000" cy="1314450"/>
          </a:xfrm>
          <a:prstGeom prst="rect">
            <a:avLst/>
          </a:prstGeom>
        </p:spPr>
      </p:pic>
      <p:grpSp>
        <p:nvGrpSpPr>
          <p:cNvPr id="11" name="Group 10"/>
          <p:cNvGrpSpPr/>
          <p:nvPr/>
        </p:nvGrpSpPr>
        <p:grpSpPr>
          <a:xfrm rot="480000">
            <a:off x="10185400" y="1549400"/>
            <a:ext cx="1727200" cy="1727200"/>
            <a:chOff x="10185400" y="1549400"/>
            <a:chExt cx="1727200" cy="1727200"/>
          </a:xfrm>
        </p:grpSpPr>
        <p:sp>
          <p:nvSpPr>
            <p:cNvPr id="9" name="Oval 8"/>
            <p:cNvSpPr/>
            <p:nvPr/>
          </p:nvSpPr>
          <p:spPr>
            <a:xfrm>
              <a:off x="10185400" y="1549400"/>
              <a:ext cx="1727200" cy="1727200"/>
            </a:xfrm>
            <a:prstGeom prst="ellipse">
              <a:avLst/>
            </a:prstGeom>
            <a:solidFill>
              <a:srgbClr val="3EF2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nce1.gif"/>
            <p:cNvPicPr>
              <a:picLocks noChangeAspect="1"/>
            </p:cNvPicPr>
            <p:nvPr/>
          </p:nvPicPr>
          <p:blipFill>
            <a:blip r:embed="rId7"/>
            <a:srcRect l="20238" r="20238"/>
            <a:stretch>
              <a:fillRect/>
            </a:stretch>
          </p:blipFill>
          <p:spPr>
            <a:xfrm>
              <a:off x="10223500" y="1587500"/>
              <a:ext cx="1651000" cy="1651000"/>
            </a:xfrm>
            <a:prstGeom prst="ellipse">
              <a:avLst/>
            </a:prstGeom>
            <a:ln w="76200">
              <a:solidFill>
                <a:srgbClr val="FFF8F0"/>
              </a:solidFill>
            </a:ln>
          </p:spPr>
        </p:pic>
      </p:grpSp>
      <p:pic>
        <p:nvPicPr>
          <p:cNvPr id="12" name="Picture 11" descr="s1_03.png"/>
          <p:cNvPicPr>
            <a:picLocks noChangeAspect="1"/>
          </p:cNvPicPr>
          <p:nvPr/>
        </p:nvPicPr>
        <p:blipFill>
          <a:blip r:embed="rId8"/>
          <a:stretch>
            <a:fillRect/>
          </a:stretch>
        </p:blipFill>
        <p:spPr>
          <a:xfrm>
            <a:off x="317500" y="3303190"/>
            <a:ext cx="3132633" cy="2940248"/>
          </a:xfrm>
          <a:prstGeom prst="rect">
            <a:avLst/>
          </a:prstGeom>
        </p:spPr>
      </p:pic>
      <p:grpSp>
        <p:nvGrpSpPr>
          <p:cNvPr id="15" name="Group 14"/>
          <p:cNvGrpSpPr/>
          <p:nvPr/>
        </p:nvGrpSpPr>
        <p:grpSpPr>
          <a:xfrm rot="300000">
            <a:off x="8661400" y="2501900"/>
            <a:ext cx="1536700" cy="1536700"/>
            <a:chOff x="8661400" y="2501900"/>
            <a:chExt cx="1536700" cy="1536700"/>
          </a:xfrm>
        </p:grpSpPr>
        <p:sp>
          <p:nvSpPr>
            <p:cNvPr id="13" name="Oval 12"/>
            <p:cNvSpPr/>
            <p:nvPr/>
          </p:nvSpPr>
          <p:spPr>
            <a:xfrm>
              <a:off x="8661400" y="2501900"/>
              <a:ext cx="1536700" cy="1536700"/>
            </a:xfrm>
            <a:prstGeom prst="ellipse">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ance2.gif"/>
            <p:cNvPicPr>
              <a:picLocks noChangeAspect="1"/>
            </p:cNvPicPr>
            <p:nvPr/>
          </p:nvPicPr>
          <p:blipFill>
            <a:blip r:embed="rId9"/>
            <a:srcRect l="22067" r="22067"/>
            <a:stretch>
              <a:fillRect/>
            </a:stretch>
          </p:blipFill>
          <p:spPr>
            <a:xfrm>
              <a:off x="8699500" y="2540000"/>
              <a:ext cx="1460500" cy="1460500"/>
            </a:xfrm>
            <a:prstGeom prst="ellipse">
              <a:avLst/>
            </a:prstGeom>
            <a:ln w="76200">
              <a:solidFill>
                <a:srgbClr val="FFF8F0"/>
              </a:solidFill>
            </a:ln>
          </p:spPr>
        </p:pic>
      </p:grpSp>
      <p:pic>
        <p:nvPicPr>
          <p:cNvPr id="16" name="Picture 15" descr="s1_04.png"/>
          <p:cNvPicPr>
            <a:picLocks noChangeAspect="1"/>
          </p:cNvPicPr>
          <p:nvPr/>
        </p:nvPicPr>
        <p:blipFill>
          <a:blip r:embed="rId10"/>
          <a:stretch>
            <a:fillRect/>
          </a:stretch>
        </p:blipFill>
        <p:spPr>
          <a:xfrm>
            <a:off x="2878633" y="3303190"/>
            <a:ext cx="3132732" cy="2940248"/>
          </a:xfrm>
          <a:prstGeom prst="rect">
            <a:avLst/>
          </a:prstGeom>
        </p:spPr>
      </p:pic>
      <p:grpSp>
        <p:nvGrpSpPr>
          <p:cNvPr id="19" name="Group 18"/>
          <p:cNvGrpSpPr/>
          <p:nvPr/>
        </p:nvGrpSpPr>
        <p:grpSpPr>
          <a:xfrm rot="21120000">
            <a:off x="10185400" y="3644900"/>
            <a:ext cx="1600200" cy="1600200"/>
            <a:chOff x="10185400" y="3644900"/>
            <a:chExt cx="1600200" cy="1600200"/>
          </a:xfrm>
        </p:grpSpPr>
        <p:sp>
          <p:nvSpPr>
            <p:cNvPr id="17" name="Oval 16"/>
            <p:cNvSpPr/>
            <p:nvPr/>
          </p:nvSpPr>
          <p:spPr>
            <a:xfrm>
              <a:off x="10185400" y="3644900"/>
              <a:ext cx="1600200" cy="1600200"/>
            </a:xfrm>
            <a:prstGeom prst="ellipse">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2.gif"/>
            <p:cNvPicPr>
              <a:picLocks noChangeAspect="1"/>
            </p:cNvPicPr>
            <p:nvPr/>
          </p:nvPicPr>
          <p:blipFill>
            <a:blip r:embed="rId11"/>
            <a:srcRect l="1456" r="1456"/>
            <a:stretch>
              <a:fillRect/>
            </a:stretch>
          </p:blipFill>
          <p:spPr>
            <a:xfrm>
              <a:off x="10223500" y="3683000"/>
              <a:ext cx="1524000" cy="1524000"/>
            </a:xfrm>
            <a:prstGeom prst="ellipse">
              <a:avLst/>
            </a:prstGeom>
            <a:ln w="76200">
              <a:solidFill>
                <a:srgbClr val="FFF8F0"/>
              </a:solidFill>
            </a:ln>
          </p:spPr>
        </p:pic>
      </p:grpSp>
      <p:pic>
        <p:nvPicPr>
          <p:cNvPr id="20" name="Picture 19" descr="s1_05.png"/>
          <p:cNvPicPr>
            <a:picLocks noChangeAspect="1"/>
          </p:cNvPicPr>
          <p:nvPr/>
        </p:nvPicPr>
        <p:blipFill>
          <a:blip r:embed="rId12"/>
          <a:stretch>
            <a:fillRect/>
          </a:stretch>
        </p:blipFill>
        <p:spPr>
          <a:xfrm>
            <a:off x="5439866" y="3303190"/>
            <a:ext cx="3132633" cy="2940248"/>
          </a:xfrm>
          <a:prstGeom prst="rect">
            <a:avLst/>
          </a:prstGeom>
        </p:spPr>
      </p:pic>
      <p:pic>
        <p:nvPicPr>
          <p:cNvPr id="21" name="Picture 20" descr="s1_10.png"/>
          <p:cNvPicPr>
            <a:picLocks noChangeAspect="1"/>
          </p:cNvPicPr>
          <p:nvPr/>
        </p:nvPicPr>
        <p:blipFill>
          <a:blip r:embed="rId13"/>
          <a:stretch>
            <a:fillRect/>
          </a:stretch>
        </p:blipFill>
        <p:spPr>
          <a:xfrm>
            <a:off x="317500" y="5524500"/>
            <a:ext cx="11557000" cy="12065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400">
        <p14:vortex dir="r"/>
      </p:transition>
    </mc:Choice>
    <mc:Fallback>
      <p:transition spd="slow">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2" presetClass="entr" presetSubtype="1" fill="hold" nodeType="withEffect">
                                  <p:stCondLst>
                                    <p:cond delay="100"/>
                                  </p:stCondLst>
                                  <p:childTnLst>
                                    <p:set>
                                      <p:cBhvr>
                                        <p:cTn id="7"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anim calcmode="lin" valueType="num">
                                      <p:cBhvr additive="base">
                                        <p:cTn id="6" dur="800" fill="hold"/>
                                        <p:tgtEl>
                                          <p:spTgt spid="3"/>
                                        </p:tgtEl>
                                        <p:attrNameLst>
                                          <p:attrName>ppt_y</p:attrName>
                                        </p:attrNameLst>
                                      </p:cBhvr>
                                      <p:tavLst>
                                        <p:tav tm="0">
                                          <p:val>
                                            <p:strVal val="#ppt_y-0.12"/>
                                          </p:val>
                                        </p:tav>
                                        <p:tav tm="60000">
                                          <p:val>
                                            <p:strVal val="#ppt_y+0.012"/>
                                          </p:val>
                                        </p:tav>
                                        <p:tav tm="80000">
                                          <p:val>
                                            <p:strVal val="#ppt_y-0.005"/>
                                          </p:val>
                                        </p:tav>
                                        <p:tav tm="100000">
                                          <p:val>
                                            <p:strVal val="#ppt_y"/>
                                          </p:val>
                                        </p:tav>
                                      </p:tavLst>
                                    </p:anim>
                                  </p:childTnLst>
                                </p:cTn>
                              </p:par>
                              <p:par>
                                <p:cTn id="13" presetID="53" presetClass="entr" presetSubtype="16" fill="hold" nodeType="withEffect">
                                  <p:stCondLst>
                                    <p:cond delay="350"/>
                                  </p:stCondLst>
                                  <p:childTnLst>
                                    <p:set>
                                      <p:cBhvr>
                                        <p:cTn id="12"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additive="base">
                                        <p:cTn id="10" dur="800" fill="hold"/>
                                        <p:tgtEl>
                                          <p:spTgt spid="4"/>
                                        </p:tgtEl>
                                        <p:attrNameLst>
                                          <p:attrName>ppt_w</p:attrName>
                                        </p:attrNameLst>
                                      </p:cBhvr>
                                      <p:tavLst>
                                        <p:tav tm="0">
                                          <p:val>
                                            <p:strVal val="0"/>
                                          </p:val>
                                        </p:tav>
                                        <p:tav tm="70000">
                                          <p:val>
                                            <p:strVal val="#ppt_w*1.07"/>
                                          </p:val>
                                        </p:tav>
                                        <p:tav tm="100000">
                                          <p:val>
                                            <p:strVal val="#ppt_w"/>
                                          </p:val>
                                        </p:tav>
                                      </p:tavLst>
                                    </p:anim>
                                    <p:anim calcmode="lin" valueType="num">
                                      <p:cBhvr additive="base">
                                        <p:cTn id="11" dur="800" fill="hold"/>
                                        <p:tgtEl>
                                          <p:spTgt spid="4"/>
                                        </p:tgtEl>
                                        <p:attrNameLst>
                                          <p:attrName>ppt_h</p:attrName>
                                        </p:attrNameLst>
                                      </p:cBhvr>
                                      <p:tavLst>
                                        <p:tav tm="0">
                                          <p:val>
                                            <p:strVal val="0"/>
                                          </p:val>
                                        </p:tav>
                                        <p:tav tm="70000">
                                          <p:val>
                                            <p:strVal val="#ppt_h*1.07"/>
                                          </p:val>
                                        </p:tav>
                                        <p:tav tm="100000">
                                          <p:val>
                                            <p:strVal val="#ppt_h"/>
                                          </p:val>
                                        </p:tav>
                                      </p:tavLst>
                                    </p:anim>
                                  </p:childTnLst>
                                </p:cTn>
                              </p:par>
                              <p:par>
                                <p:cTn id="19" presetID="31" presetClass="entr" presetSubtype="0" fill="hold" nodeType="withEffect">
                                  <p:stCondLst>
                                    <p:cond delay="500"/>
                                  </p:stCondLst>
                                  <p:childTnLst>
                                    <p:set>
                                      <p:cBhvr>
                                        <p:cTn id="18"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additive="base">
                                        <p:cTn id="15" dur="800" fill="hold"/>
                                        <p:tgtEl>
                                          <p:spTgt spid="7"/>
                                        </p:tgtEl>
                                        <p:attrNameLst>
                                          <p:attrName>ppt_w</p:attrName>
                                        </p:attrNameLst>
                                      </p:cBhvr>
                                      <p:tavLst>
                                        <p:tav tm="0">
                                          <p:val>
                                            <p:strVal val="0"/>
                                          </p:val>
                                        </p:tav>
                                        <p:tav tm="70000">
                                          <p:val>
                                            <p:strVal val="#ppt_w*1.07"/>
                                          </p:val>
                                        </p:tav>
                                        <p:tav tm="100000">
                                          <p:val>
                                            <p:strVal val="#ppt_w"/>
                                          </p:val>
                                        </p:tav>
                                      </p:tavLst>
                                    </p:anim>
                                    <p:anim calcmode="lin" valueType="num">
                                      <p:cBhvr additive="base">
                                        <p:cTn id="16" dur="800" fill="hold"/>
                                        <p:tgtEl>
                                          <p:spTgt spid="7"/>
                                        </p:tgtEl>
                                        <p:attrNameLst>
                                          <p:attrName>ppt_h</p:attrName>
                                        </p:attrNameLst>
                                      </p:cBhvr>
                                      <p:tavLst>
                                        <p:tav tm="0">
                                          <p:val>
                                            <p:strVal val="0"/>
                                          </p:val>
                                        </p:tav>
                                        <p:tav tm="70000">
                                          <p:val>
                                            <p:strVal val="#ppt_h*1.07"/>
                                          </p:val>
                                        </p:tav>
                                        <p:tav tm="100000">
                                          <p:val>
                                            <p:strVal val="#ppt_h"/>
                                          </p:val>
                                        </p:tav>
                                      </p:tavLst>
                                    </p:anim>
                                    <p:anim calcmode="lin" valueType="num">
                                      <p:cBhvr>
                                        <p:cTn id="17" dur="800" fill="hold" decel="100000"/>
                                        <p:tgtEl>
                                          <p:spTgt spid="7"/>
                                        </p:tgtEl>
                                        <p:attrNameLst>
                                          <p:attrName>style.rotation</p:attrName>
                                        </p:attrNameLst>
                                      </p:cBhvr>
                                      <p:tavLst>
                                        <p:tav tm="0">
                                          <p:val>
                                            <p:fltVal val="-206"/>
                                          </p:val>
                                        </p:tav>
                                        <p:tav tm="100000">
                                          <p:val>
                                            <p:fltVal val="-6"/>
                                          </p:val>
                                        </p:tav>
                                      </p:tavLst>
                                    </p:anim>
                                  </p:childTnLst>
                                </p:cTn>
                              </p:par>
                              <p:par>
                                <p:cTn id="23" presetID="42" presetClass="entr" presetSubtype="0" fill="hold" nodeType="withEffect">
                                  <p:stCondLst>
                                    <p:cond delay="600"/>
                                  </p:stCondLst>
                                  <p:childTnLst>
                                    <p:set>
                                      <p:cBhvr>
                                        <p:cTn id="22"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800" fill="hold" decel="100000"/>
                                        <p:tgtEl>
                                          <p:spTgt spid="8"/>
                                        </p:tgtEl>
                                        <p:attrNameLst>
                                          <p:attrName>ppt_y</p:attrName>
                                        </p:attrNameLst>
                                      </p:cBhvr>
                                      <p:tavLst>
                                        <p:tav tm="0">
                                          <p:val>
                                            <p:strVal val="#ppt_y+0.06"/>
                                          </p:val>
                                        </p:tav>
                                        <p:tav tm="100000">
                                          <p:val>
                                            <p:strVal val="#ppt_y"/>
                                          </p:val>
                                        </p:tav>
                                      </p:tavLst>
                                    </p:anim>
                                  </p:childTnLst>
                                </p:cTn>
                              </p:par>
                              <p:par>
                                <p:cTn id="29" presetID="31" presetClass="entr" presetSubtype="0" fill="hold" nodeType="withEffect">
                                  <p:stCondLst>
                                    <p:cond delay="7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anim calcmode="lin" valueType="num">
                                      <p:cBhvr additive="base">
                                        <p:cTn id="25" dur="800" fill="hold"/>
                                        <p:tgtEl>
                                          <p:spTgt spid="11"/>
                                        </p:tgtEl>
                                        <p:attrNameLst>
                                          <p:attrName>ppt_w</p:attrName>
                                        </p:attrNameLst>
                                      </p:cBhvr>
                                      <p:tavLst>
                                        <p:tav tm="0">
                                          <p:val>
                                            <p:strVal val="0"/>
                                          </p:val>
                                        </p:tav>
                                        <p:tav tm="70000">
                                          <p:val>
                                            <p:strVal val="#ppt_w*1.07"/>
                                          </p:val>
                                        </p:tav>
                                        <p:tav tm="100000">
                                          <p:val>
                                            <p:strVal val="#ppt_w"/>
                                          </p:val>
                                        </p:tav>
                                      </p:tavLst>
                                    </p:anim>
                                    <p:anim calcmode="lin" valueType="num">
                                      <p:cBhvr additive="base">
                                        <p:cTn id="26" dur="800" fill="hold"/>
                                        <p:tgtEl>
                                          <p:spTgt spid="11"/>
                                        </p:tgtEl>
                                        <p:attrNameLst>
                                          <p:attrName>ppt_h</p:attrName>
                                        </p:attrNameLst>
                                      </p:cBhvr>
                                      <p:tavLst>
                                        <p:tav tm="0">
                                          <p:val>
                                            <p:strVal val="0"/>
                                          </p:val>
                                        </p:tav>
                                        <p:tav tm="70000">
                                          <p:val>
                                            <p:strVal val="#ppt_h*1.07"/>
                                          </p:val>
                                        </p:tav>
                                        <p:tav tm="100000">
                                          <p:val>
                                            <p:strVal val="#ppt_h"/>
                                          </p:val>
                                        </p:tav>
                                      </p:tavLst>
                                    </p:anim>
                                    <p:anim calcmode="lin" valueType="num">
                                      <p:cBhvr>
                                        <p:cTn id="27" dur="800" fill="hold" decel="100000"/>
                                        <p:tgtEl>
                                          <p:spTgt spid="11"/>
                                        </p:tgtEl>
                                        <p:attrNameLst>
                                          <p:attrName>style.rotation</p:attrName>
                                        </p:attrNameLst>
                                      </p:cBhvr>
                                      <p:tavLst>
                                        <p:tav tm="0">
                                          <p:val>
                                            <p:fltVal val="-192"/>
                                          </p:val>
                                        </p:tav>
                                        <p:tav tm="100000">
                                          <p:val>
                                            <p:fltVal val="8"/>
                                          </p:val>
                                        </p:tav>
                                      </p:tavLst>
                                    </p:anim>
                                  </p:childTnLst>
                                </p:cTn>
                              </p:par>
                              <p:par>
                                <p:cTn id="33" presetID="2" presetClass="entr" presetSubtype="8" fill="hold" nodeType="withEffect">
                                  <p:stCondLst>
                                    <p:cond delay="9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anim calcmode="lin" valueType="num">
                                      <p:cBhvr additive="base">
                                        <p:cTn id="31" dur="800" fill="hold" decel="100000"/>
                                        <p:tgtEl>
                                          <p:spTgt spid="12"/>
                                        </p:tgtEl>
                                        <p:attrNameLst>
                                          <p:attrName>ppt_x</p:attrName>
                                        </p:attrNameLst>
                                      </p:cBhvr>
                                      <p:tavLst>
                                        <p:tav tm="0">
                                          <p:val>
                                            <p:strVal val="#ppt_x-0.06"/>
                                          </p:val>
                                        </p:tav>
                                        <p:tav tm="100000">
                                          <p:val>
                                            <p:strVal val="#ppt_x"/>
                                          </p:val>
                                        </p:tav>
                                      </p:tavLst>
                                    </p:anim>
                                  </p:childTnLst>
                                </p:cTn>
                              </p:par>
                              <p:par>
                                <p:cTn id="39" presetID="31" presetClass="entr" presetSubtype="0" fill="hold" nodeType="withEffect">
                                  <p:stCondLst>
                                    <p:cond delay="900"/>
                                  </p:stCondLst>
                                  <p:childTnLst>
                                    <p:set>
                                      <p:cBhvr>
                                        <p:cTn id="38"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anim calcmode="lin" valueType="num">
                                      <p:cBhvr additive="base">
                                        <p:cTn id="35" dur="800" fill="hold"/>
                                        <p:tgtEl>
                                          <p:spTgt spid="15"/>
                                        </p:tgtEl>
                                        <p:attrNameLst>
                                          <p:attrName>ppt_w</p:attrName>
                                        </p:attrNameLst>
                                      </p:cBhvr>
                                      <p:tavLst>
                                        <p:tav tm="0">
                                          <p:val>
                                            <p:strVal val="0"/>
                                          </p:val>
                                        </p:tav>
                                        <p:tav tm="70000">
                                          <p:val>
                                            <p:strVal val="#ppt_w*1.07"/>
                                          </p:val>
                                        </p:tav>
                                        <p:tav tm="100000">
                                          <p:val>
                                            <p:strVal val="#ppt_w"/>
                                          </p:val>
                                        </p:tav>
                                      </p:tavLst>
                                    </p:anim>
                                    <p:anim calcmode="lin" valueType="num">
                                      <p:cBhvr additive="base">
                                        <p:cTn id="36" dur="800" fill="hold"/>
                                        <p:tgtEl>
                                          <p:spTgt spid="15"/>
                                        </p:tgtEl>
                                        <p:attrNameLst>
                                          <p:attrName>ppt_h</p:attrName>
                                        </p:attrNameLst>
                                      </p:cBhvr>
                                      <p:tavLst>
                                        <p:tav tm="0">
                                          <p:val>
                                            <p:strVal val="0"/>
                                          </p:val>
                                        </p:tav>
                                        <p:tav tm="70000">
                                          <p:val>
                                            <p:strVal val="#ppt_h*1.07"/>
                                          </p:val>
                                        </p:tav>
                                        <p:tav tm="100000">
                                          <p:val>
                                            <p:strVal val="#ppt_h"/>
                                          </p:val>
                                        </p:tav>
                                      </p:tavLst>
                                    </p:anim>
                                    <p:anim calcmode="lin" valueType="num">
                                      <p:cBhvr>
                                        <p:cTn id="37" dur="800" fill="hold" decel="100000"/>
                                        <p:tgtEl>
                                          <p:spTgt spid="15"/>
                                        </p:tgtEl>
                                        <p:attrNameLst>
                                          <p:attrName>style.rotation</p:attrName>
                                        </p:attrNameLst>
                                      </p:cBhvr>
                                      <p:tavLst>
                                        <p:tav tm="0">
                                          <p:val>
                                            <p:fltVal val="-195"/>
                                          </p:val>
                                        </p:tav>
                                        <p:tav tm="100000">
                                          <p:val>
                                            <p:fltVal val="5"/>
                                          </p:val>
                                        </p:tav>
                                      </p:tavLst>
                                    </p:anim>
                                  </p:childTnLst>
                                </p:cTn>
                              </p:par>
                              <p:par>
                                <p:cTn id="43" presetID="42" presetClass="entr" presetSubtype="0" fill="hold" nodeType="withEffect">
                                  <p:stCondLst>
                                    <p:cond delay="1100"/>
                                  </p:stCondLst>
                                  <p:childTnLst>
                                    <p:set>
                                      <p:cBhvr>
                                        <p:cTn id="42"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anim calcmode="lin" valueType="num">
                                      <p:cBhvr additive="base">
                                        <p:cTn id="41" dur="800" fill="hold" decel="100000"/>
                                        <p:tgtEl>
                                          <p:spTgt spid="16"/>
                                        </p:tgtEl>
                                        <p:attrNameLst>
                                          <p:attrName>ppt_y</p:attrName>
                                        </p:attrNameLst>
                                      </p:cBhvr>
                                      <p:tavLst>
                                        <p:tav tm="0">
                                          <p:val>
                                            <p:strVal val="#ppt_y+0.06"/>
                                          </p:val>
                                        </p:tav>
                                        <p:tav tm="100000">
                                          <p:val>
                                            <p:strVal val="#ppt_y"/>
                                          </p:val>
                                        </p:tav>
                                      </p:tavLst>
                                    </p:anim>
                                  </p:childTnLst>
                                </p:cTn>
                              </p:par>
                              <p:par>
                                <p:cTn id="49" presetID="31" presetClass="entr" presetSubtype="0" fill="hold" nodeType="withEffect">
                                  <p:stCondLst>
                                    <p:cond delay="1100"/>
                                  </p:stCondLst>
                                  <p:childTnLst>
                                    <p:set>
                                      <p:cBhvr>
                                        <p:cTn id="48"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anim calcmode="lin" valueType="num">
                                      <p:cBhvr additive="base">
                                        <p:cTn id="45" dur="800" fill="hold"/>
                                        <p:tgtEl>
                                          <p:spTgt spid="19"/>
                                        </p:tgtEl>
                                        <p:attrNameLst>
                                          <p:attrName>ppt_w</p:attrName>
                                        </p:attrNameLst>
                                      </p:cBhvr>
                                      <p:tavLst>
                                        <p:tav tm="0">
                                          <p:val>
                                            <p:strVal val="0"/>
                                          </p:val>
                                        </p:tav>
                                        <p:tav tm="70000">
                                          <p:val>
                                            <p:strVal val="#ppt_w*1.07"/>
                                          </p:val>
                                        </p:tav>
                                        <p:tav tm="100000">
                                          <p:val>
                                            <p:strVal val="#ppt_w"/>
                                          </p:val>
                                        </p:tav>
                                      </p:tavLst>
                                    </p:anim>
                                    <p:anim calcmode="lin" valueType="num">
                                      <p:cBhvr additive="base">
                                        <p:cTn id="46" dur="800" fill="hold"/>
                                        <p:tgtEl>
                                          <p:spTgt spid="19"/>
                                        </p:tgtEl>
                                        <p:attrNameLst>
                                          <p:attrName>ppt_h</p:attrName>
                                        </p:attrNameLst>
                                      </p:cBhvr>
                                      <p:tavLst>
                                        <p:tav tm="0">
                                          <p:val>
                                            <p:strVal val="0"/>
                                          </p:val>
                                        </p:tav>
                                        <p:tav tm="70000">
                                          <p:val>
                                            <p:strVal val="#ppt_h*1.07"/>
                                          </p:val>
                                        </p:tav>
                                        <p:tav tm="100000">
                                          <p:val>
                                            <p:strVal val="#ppt_h"/>
                                          </p:val>
                                        </p:tav>
                                      </p:tavLst>
                                    </p:anim>
                                    <p:anim calcmode="lin" valueType="num">
                                      <p:cBhvr>
                                        <p:cTn id="47" dur="800" fill="hold" decel="100000"/>
                                        <p:tgtEl>
                                          <p:spTgt spid="19"/>
                                        </p:tgtEl>
                                        <p:attrNameLst>
                                          <p:attrName>style.rotation</p:attrName>
                                        </p:attrNameLst>
                                      </p:cBhvr>
                                      <p:tavLst>
                                        <p:tav tm="0">
                                          <p:val>
                                            <p:fltVal val="-208"/>
                                          </p:val>
                                        </p:tav>
                                        <p:tav tm="100000">
                                          <p:val>
                                            <p:fltVal val="-8"/>
                                          </p:val>
                                        </p:tav>
                                      </p:tavLst>
                                    </p:anim>
                                  </p:childTnLst>
                                </p:cTn>
                              </p:par>
                              <p:par>
                                <p:cTn id="53" presetID="2" presetClass="entr" presetSubtype="2" fill="hold" nodeType="withEffect">
                                  <p:stCondLst>
                                    <p:cond delay="1300"/>
                                  </p:stCondLst>
                                  <p:childTnLst>
                                    <p:set>
                                      <p:cBhvr>
                                        <p:cTn id="52" dur="1" fill="hold">
                                          <p:stCondLst>
                                            <p:cond delay="0"/>
                                          </p:stCondLst>
                                        </p:cTn>
                                        <p:tgtEl>
                                          <p:spTgt spid="20"/>
                                        </p:tgtEl>
                                        <p:attrNameLst>
                                          <p:attrName>style.visibility</p:attrName>
                                        </p:attrNameLst>
                                      </p:cBhvr>
                                      <p:to>
                                        <p:strVal val="visible"/>
                                      </p:to>
                                    </p:set>
                                    <p:animEffect transition="in" filter="fade">
                                      <p:cBhvr>
                                        <p:cTn id="50" dur="500"/>
                                        <p:tgtEl>
                                          <p:spTgt spid="20"/>
                                        </p:tgtEl>
                                      </p:cBhvr>
                                    </p:animEffect>
                                    <p:anim calcmode="lin" valueType="num">
                                      <p:cBhvr additive="base">
                                        <p:cTn id="51" dur="800" fill="hold" decel="100000"/>
                                        <p:tgtEl>
                                          <p:spTgt spid="20"/>
                                        </p:tgtEl>
                                        <p:attrNameLst>
                                          <p:attrName>ppt_x</p:attrName>
                                        </p:attrNameLst>
                                      </p:cBhvr>
                                      <p:tavLst>
                                        <p:tav tm="0">
                                          <p:val>
                                            <p:strVal val="#ppt_x+0.06"/>
                                          </p:val>
                                        </p:tav>
                                        <p:tav tm="100000">
                                          <p:val>
                                            <p:strVal val="#ppt_x"/>
                                          </p:val>
                                        </p:tav>
                                      </p:tavLst>
                                    </p:anim>
                                  </p:childTnLst>
                                </p:cTn>
                              </p:par>
                              <p:par>
                                <p:cTn id="57" presetID="42" presetClass="entr" presetSubtype="0" fill="hold" nodeType="withEffect">
                                  <p:stCondLst>
                                    <p:cond delay="1500"/>
                                  </p:stCondLst>
                                  <p:childTnLst>
                                    <p:set>
                                      <p:cBhvr>
                                        <p:cTn id="56"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anim calcmode="lin" valueType="num">
                                      <p:cBhvr additive="base">
                                        <p:cTn id="55" dur="800" fill="hold" decel="100000"/>
                                        <p:tgtEl>
                                          <p:spTgt spid="21"/>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pic>
        <p:nvPicPr>
          <p:cNvPr id="3" name="Picture 2" descr="s2_00.png"/>
          <p:cNvPicPr>
            <a:picLocks noChangeAspect="1"/>
          </p:cNvPicPr>
          <p:nvPr/>
        </p:nvPicPr>
        <p:blipFill>
          <a:blip r:embed="rId3"/>
          <a:stretch>
            <a:fillRect/>
          </a:stretch>
        </p:blipFill>
        <p:spPr>
          <a:xfrm>
            <a:off x="317500" y="63500"/>
            <a:ext cx="2210494" cy="1104900"/>
          </a:xfrm>
          <a:prstGeom prst="rect">
            <a:avLst/>
          </a:prstGeom>
        </p:spPr>
      </p:pic>
      <p:pic>
        <p:nvPicPr>
          <p:cNvPr id="4" name="Picture 3" descr="s2_01.png"/>
          <p:cNvPicPr>
            <a:picLocks noChangeAspect="1"/>
          </p:cNvPicPr>
          <p:nvPr/>
        </p:nvPicPr>
        <p:blipFill>
          <a:blip r:embed="rId4"/>
          <a:stretch>
            <a:fillRect/>
          </a:stretch>
        </p:blipFill>
        <p:spPr>
          <a:xfrm>
            <a:off x="317500" y="520700"/>
            <a:ext cx="11557000" cy="1375370"/>
          </a:xfrm>
          <a:prstGeom prst="rect">
            <a:avLst/>
          </a:prstGeom>
        </p:spPr>
      </p:pic>
      <p:pic>
        <p:nvPicPr>
          <p:cNvPr id="5" name="Picture 4" descr="s2_02.png"/>
          <p:cNvPicPr>
            <a:picLocks noChangeAspect="1"/>
          </p:cNvPicPr>
          <p:nvPr/>
        </p:nvPicPr>
        <p:blipFill>
          <a:blip r:embed="rId5"/>
          <a:stretch>
            <a:fillRect/>
          </a:stretch>
        </p:blipFill>
        <p:spPr>
          <a:xfrm>
            <a:off x="317500" y="1248370"/>
            <a:ext cx="9017000" cy="1314450"/>
          </a:xfrm>
          <a:prstGeom prst="rect">
            <a:avLst/>
          </a:prstGeom>
        </p:spPr>
      </p:pic>
      <p:pic>
        <p:nvPicPr>
          <p:cNvPr id="6" name="Picture 5" descr="s2_03.png"/>
          <p:cNvPicPr>
            <a:picLocks noChangeAspect="1"/>
          </p:cNvPicPr>
          <p:nvPr/>
        </p:nvPicPr>
        <p:blipFill>
          <a:blip r:embed="rId6"/>
          <a:stretch>
            <a:fillRect/>
          </a:stretch>
        </p:blipFill>
        <p:spPr>
          <a:xfrm>
            <a:off x="317500" y="2016720"/>
            <a:ext cx="3211710" cy="3056830"/>
          </a:xfrm>
          <a:prstGeom prst="rect">
            <a:avLst/>
          </a:prstGeom>
        </p:spPr>
      </p:pic>
      <p:pic>
        <p:nvPicPr>
          <p:cNvPr id="7" name="Picture 6" descr="s2_04.png"/>
          <p:cNvPicPr>
            <a:picLocks noChangeAspect="1"/>
          </p:cNvPicPr>
          <p:nvPr/>
        </p:nvPicPr>
        <p:blipFill>
          <a:blip r:embed="rId7"/>
          <a:stretch>
            <a:fillRect/>
          </a:stretch>
        </p:blipFill>
        <p:spPr>
          <a:xfrm>
            <a:off x="2932310" y="2919610"/>
            <a:ext cx="1138634" cy="1250950"/>
          </a:xfrm>
          <a:prstGeom prst="rect">
            <a:avLst/>
          </a:prstGeom>
        </p:spPr>
      </p:pic>
      <p:pic>
        <p:nvPicPr>
          <p:cNvPr id="8" name="Picture 7" descr="s2_05.png"/>
          <p:cNvPicPr>
            <a:picLocks noChangeAspect="1"/>
          </p:cNvPicPr>
          <p:nvPr/>
        </p:nvPicPr>
        <p:blipFill>
          <a:blip r:embed="rId8"/>
          <a:stretch>
            <a:fillRect/>
          </a:stretch>
        </p:blipFill>
        <p:spPr>
          <a:xfrm>
            <a:off x="3474045" y="2016720"/>
            <a:ext cx="3211810" cy="3056830"/>
          </a:xfrm>
          <a:prstGeom prst="rect">
            <a:avLst/>
          </a:prstGeom>
        </p:spPr>
      </p:pic>
      <p:pic>
        <p:nvPicPr>
          <p:cNvPr id="9" name="Picture 8" descr="s2_06.png"/>
          <p:cNvPicPr>
            <a:picLocks noChangeAspect="1"/>
          </p:cNvPicPr>
          <p:nvPr/>
        </p:nvPicPr>
        <p:blipFill>
          <a:blip r:embed="rId9"/>
          <a:stretch>
            <a:fillRect/>
          </a:stretch>
        </p:blipFill>
        <p:spPr>
          <a:xfrm>
            <a:off x="6088955" y="2919610"/>
            <a:ext cx="1138634" cy="1250950"/>
          </a:xfrm>
          <a:prstGeom prst="rect">
            <a:avLst/>
          </a:prstGeom>
        </p:spPr>
      </p:pic>
      <p:pic>
        <p:nvPicPr>
          <p:cNvPr id="10" name="Picture 9" descr="s2_07.png"/>
          <p:cNvPicPr>
            <a:picLocks noChangeAspect="1"/>
          </p:cNvPicPr>
          <p:nvPr/>
        </p:nvPicPr>
        <p:blipFill>
          <a:blip r:embed="rId10"/>
          <a:stretch>
            <a:fillRect/>
          </a:stretch>
        </p:blipFill>
        <p:spPr>
          <a:xfrm>
            <a:off x="6630689" y="2016720"/>
            <a:ext cx="3211810" cy="3056830"/>
          </a:xfrm>
          <a:prstGeom prst="rect">
            <a:avLst/>
          </a:prstGeom>
        </p:spPr>
      </p:pic>
      <p:pic>
        <p:nvPicPr>
          <p:cNvPr id="11" name="Picture 10" descr="s2_08.png"/>
          <p:cNvPicPr>
            <a:picLocks noChangeAspect="1"/>
          </p:cNvPicPr>
          <p:nvPr/>
        </p:nvPicPr>
        <p:blipFill>
          <a:blip r:embed="rId11"/>
          <a:stretch>
            <a:fillRect/>
          </a:stretch>
        </p:blipFill>
        <p:spPr>
          <a:xfrm>
            <a:off x="317500" y="4927600"/>
            <a:ext cx="9525000" cy="1930400"/>
          </a:xfrm>
          <a:prstGeom prst="rect">
            <a:avLst/>
          </a:prstGeom>
        </p:spPr>
      </p:pic>
      <p:grpSp>
        <p:nvGrpSpPr>
          <p:cNvPr id="14" name="Group 13"/>
          <p:cNvGrpSpPr/>
          <p:nvPr/>
        </p:nvGrpSpPr>
        <p:grpSpPr>
          <a:xfrm rot="480000">
            <a:off x="9486900" y="533400"/>
            <a:ext cx="1981200" cy="1981200"/>
            <a:chOff x="9486900" y="533400"/>
            <a:chExt cx="1981200" cy="1981200"/>
          </a:xfrm>
        </p:grpSpPr>
        <p:sp>
          <p:nvSpPr>
            <p:cNvPr id="12" name="Oval 11"/>
            <p:cNvSpPr/>
            <p:nvPr/>
          </p:nvSpPr>
          <p:spPr>
            <a:xfrm>
              <a:off x="9486900" y="533400"/>
              <a:ext cx="1981200" cy="1981200"/>
            </a:xfrm>
            <a:prstGeom prst="ellipse">
              <a:avLst/>
            </a:prstGeom>
            <a:solidFill>
              <a:srgbClr val="3EF2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etch2.gif"/>
            <p:cNvPicPr>
              <a:picLocks noChangeAspect="1"/>
            </p:cNvPicPr>
            <p:nvPr/>
          </p:nvPicPr>
          <p:blipFill>
            <a:blip r:embed="rId12"/>
            <a:srcRect l="16667" r="16667"/>
            <a:stretch>
              <a:fillRect/>
            </a:stretch>
          </p:blipFill>
          <p:spPr>
            <a:xfrm>
              <a:off x="9525000" y="571500"/>
              <a:ext cx="1905000" cy="1905000"/>
            </a:xfrm>
            <a:prstGeom prst="ellipse">
              <a:avLst/>
            </a:prstGeom>
            <a:ln w="76200">
              <a:solidFill>
                <a:srgbClr val="FFF8F0"/>
              </a:solidFill>
            </a:ln>
          </p:spPr>
        </p:pic>
      </p:grpSp>
    </p:spTree>
  </p:cSld>
  <p:clrMapOvr>
    <a:masterClrMapping/>
  </p:clrMapOvr>
  <mc:AlternateContent xmlns:mc="http://schemas.openxmlformats.org/markup-compatibility/2006" xmlns:p14="http://schemas.microsoft.com/office/powerpoint/2010/main">
    <mc:Choice Requires="p14">
      <p:transition spd="slow" p14:dur="1400">
        <p14:gallery dir="l"/>
      </p:transition>
    </mc:Choice>
    <mc:Fallback>
      <p:transition spd="slow">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2" presetClass="entr" presetSubtype="1" fill="hold" nodeType="withEffect">
                                  <p:stCondLst>
                                    <p:cond delay="100"/>
                                  </p:stCondLst>
                                  <p:childTnLst>
                                    <p:set>
                                      <p:cBhvr>
                                        <p:cTn id="7"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anim calcmode="lin" valueType="num">
                                      <p:cBhvr additive="base">
                                        <p:cTn id="6" dur="800" fill="hold"/>
                                        <p:tgtEl>
                                          <p:spTgt spid="3"/>
                                        </p:tgtEl>
                                        <p:attrNameLst>
                                          <p:attrName>ppt_y</p:attrName>
                                        </p:attrNameLst>
                                      </p:cBhvr>
                                      <p:tavLst>
                                        <p:tav tm="0">
                                          <p:val>
                                            <p:strVal val="#ppt_y-0.12"/>
                                          </p:val>
                                        </p:tav>
                                        <p:tav tm="60000">
                                          <p:val>
                                            <p:strVal val="#ppt_y+0.012"/>
                                          </p:val>
                                        </p:tav>
                                        <p:tav tm="80000">
                                          <p:val>
                                            <p:strVal val="#ppt_y-0.005"/>
                                          </p:val>
                                        </p:tav>
                                        <p:tav tm="100000">
                                          <p:val>
                                            <p:strVal val="#ppt_y"/>
                                          </p:val>
                                        </p:tav>
                                      </p:tavLst>
                                    </p:anim>
                                  </p:childTnLst>
                                </p:cTn>
                              </p:par>
                              <p:par>
                                <p:cTn id="13" presetID="53" presetClass="entr" presetSubtype="16" fill="hold" nodeType="withEffect">
                                  <p:stCondLst>
                                    <p:cond delay="300"/>
                                  </p:stCondLst>
                                  <p:childTnLst>
                                    <p:set>
                                      <p:cBhvr>
                                        <p:cTn id="12"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additive="base">
                                        <p:cTn id="10" dur="800" fill="hold"/>
                                        <p:tgtEl>
                                          <p:spTgt spid="4"/>
                                        </p:tgtEl>
                                        <p:attrNameLst>
                                          <p:attrName>ppt_w</p:attrName>
                                        </p:attrNameLst>
                                      </p:cBhvr>
                                      <p:tavLst>
                                        <p:tav tm="0">
                                          <p:val>
                                            <p:strVal val="0"/>
                                          </p:val>
                                        </p:tav>
                                        <p:tav tm="70000">
                                          <p:val>
                                            <p:strVal val="#ppt_w*1.07"/>
                                          </p:val>
                                        </p:tav>
                                        <p:tav tm="100000">
                                          <p:val>
                                            <p:strVal val="#ppt_w"/>
                                          </p:val>
                                        </p:tav>
                                      </p:tavLst>
                                    </p:anim>
                                    <p:anim calcmode="lin" valueType="num">
                                      <p:cBhvr additive="base">
                                        <p:cTn id="11" dur="800" fill="hold"/>
                                        <p:tgtEl>
                                          <p:spTgt spid="4"/>
                                        </p:tgtEl>
                                        <p:attrNameLst>
                                          <p:attrName>ppt_h</p:attrName>
                                        </p:attrNameLst>
                                      </p:cBhvr>
                                      <p:tavLst>
                                        <p:tav tm="0">
                                          <p:val>
                                            <p:strVal val="0"/>
                                          </p:val>
                                        </p:tav>
                                        <p:tav tm="70000">
                                          <p:val>
                                            <p:strVal val="#ppt_h*1.07"/>
                                          </p:val>
                                        </p:tav>
                                        <p:tav tm="100000">
                                          <p:val>
                                            <p:strVal val="#ppt_h"/>
                                          </p:val>
                                        </p:tav>
                                      </p:tavLst>
                                    </p:anim>
                                  </p:childTnLst>
                                </p:cTn>
                              </p:par>
                              <p:par>
                                <p:cTn id="17" presetID="42" presetClass="entr" presetSubtype="0" fill="hold" nodeType="withEffect">
                                  <p:stCondLst>
                                    <p:cond delay="500"/>
                                  </p:stCondLst>
                                  <p:childTnLst>
                                    <p:set>
                                      <p:cBhvr>
                                        <p:cTn id="16"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additive="base">
                                        <p:cTn id="15" dur="800" fill="hold" decel="100000"/>
                                        <p:tgtEl>
                                          <p:spTgt spid="5"/>
                                        </p:tgtEl>
                                        <p:attrNameLst>
                                          <p:attrName>ppt_y</p:attrName>
                                        </p:attrNameLst>
                                      </p:cBhvr>
                                      <p:tavLst>
                                        <p:tav tm="0">
                                          <p:val>
                                            <p:strVal val="#ppt_y+0.06"/>
                                          </p:val>
                                        </p:tav>
                                        <p:tav tm="100000">
                                          <p:val>
                                            <p:strVal val="#ppt_y"/>
                                          </p:val>
                                        </p:tav>
                                      </p:tavLst>
                                    </p:anim>
                                  </p:childTnLst>
                                </p:cTn>
                              </p:par>
                              <p:par>
                                <p:cTn id="21" presetID="42" presetClass="entr" presetSubtype="0" fill="hold" nodeType="withEffect">
                                  <p:stCondLst>
                                    <p:cond delay="800"/>
                                  </p:stCondLst>
                                  <p:childTnLst>
                                    <p:set>
                                      <p:cBhvr>
                                        <p:cTn id="20"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additive="base">
                                        <p:cTn id="19" dur="800" fill="hold" decel="100000"/>
                                        <p:tgtEl>
                                          <p:spTgt spid="6"/>
                                        </p:tgtEl>
                                        <p:attrNameLst>
                                          <p:attrName>ppt_y</p:attrName>
                                        </p:attrNameLst>
                                      </p:cBhvr>
                                      <p:tavLst>
                                        <p:tav tm="0">
                                          <p:val>
                                            <p:strVal val="#ppt_y+0.06"/>
                                          </p:val>
                                        </p:tav>
                                        <p:tav tm="100000">
                                          <p:val>
                                            <p:strVal val="#ppt_y"/>
                                          </p:val>
                                        </p:tav>
                                      </p:tavLst>
                                    </p:anim>
                                  </p:childTnLst>
                                </p:cTn>
                              </p:par>
                              <p:par>
                                <p:cTn id="26" presetID="53" presetClass="entr" presetSubtype="16" fill="hold" nodeType="withEffect">
                                  <p:stCondLst>
                                    <p:cond delay="1000"/>
                                  </p:stCondLst>
                                  <p:childTnLst>
                                    <p:set>
                                      <p:cBhvr>
                                        <p:cTn id="25"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800" fill="hold"/>
                                        <p:tgtEl>
                                          <p:spTgt spid="7"/>
                                        </p:tgtEl>
                                        <p:attrNameLst>
                                          <p:attrName>ppt_w</p:attrName>
                                        </p:attrNameLst>
                                      </p:cBhvr>
                                      <p:tavLst>
                                        <p:tav tm="0">
                                          <p:val>
                                            <p:strVal val="0"/>
                                          </p:val>
                                        </p:tav>
                                        <p:tav tm="100000">
                                          <p:val>
                                            <p:strVal val="#ppt_w"/>
                                          </p:val>
                                        </p:tav>
                                      </p:tavLst>
                                    </p:anim>
                                    <p:anim calcmode="lin" valueType="num">
                                      <p:cBhvr additive="base">
                                        <p:cTn id="24" dur="800" fill="hold"/>
                                        <p:tgtEl>
                                          <p:spTgt spid="7"/>
                                        </p:tgtEl>
                                        <p:attrNameLst>
                                          <p:attrName>ppt_h</p:attrName>
                                        </p:attrNameLst>
                                      </p:cBhvr>
                                      <p:tavLst>
                                        <p:tav tm="0">
                                          <p:val>
                                            <p:strVal val="0"/>
                                          </p:val>
                                        </p:tav>
                                        <p:tav tm="100000">
                                          <p:val>
                                            <p:strVal val="#ppt_h"/>
                                          </p:val>
                                        </p:tav>
                                      </p:tavLst>
                                    </p:anim>
                                  </p:childTnLst>
                                </p:cTn>
                              </p:par>
                              <p:par>
                                <p:cTn id="30" presetID="42" presetClass="entr" presetSubtype="0" fill="hold" nodeType="withEffect">
                                  <p:stCondLst>
                                    <p:cond delay="1100"/>
                                  </p:stCondLst>
                                  <p:childTnLst>
                                    <p:set>
                                      <p:cBhvr>
                                        <p:cTn id="29"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800" fill="hold" decel="100000"/>
                                        <p:tgtEl>
                                          <p:spTgt spid="8"/>
                                        </p:tgtEl>
                                        <p:attrNameLst>
                                          <p:attrName>ppt_y</p:attrName>
                                        </p:attrNameLst>
                                      </p:cBhvr>
                                      <p:tavLst>
                                        <p:tav tm="0">
                                          <p:val>
                                            <p:strVal val="#ppt_y+0.06"/>
                                          </p:val>
                                        </p:tav>
                                        <p:tav tm="100000">
                                          <p:val>
                                            <p:strVal val="#ppt_y"/>
                                          </p:val>
                                        </p:tav>
                                      </p:tavLst>
                                    </p:anim>
                                  </p:childTnLst>
                                </p:cTn>
                              </p:par>
                              <p:par>
                                <p:cTn id="35" presetID="53" presetClass="entr" presetSubtype="16" fill="hold" nodeType="withEffect">
                                  <p:stCondLst>
                                    <p:cond delay="1300"/>
                                  </p:stCondLst>
                                  <p:childTnLst>
                                    <p:set>
                                      <p:cBhvr>
                                        <p:cTn id="34"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anim calcmode="lin" valueType="num">
                                      <p:cBhvr additive="base">
                                        <p:cTn id="32" dur="800" fill="hold"/>
                                        <p:tgtEl>
                                          <p:spTgt spid="9"/>
                                        </p:tgtEl>
                                        <p:attrNameLst>
                                          <p:attrName>ppt_w</p:attrName>
                                        </p:attrNameLst>
                                      </p:cBhvr>
                                      <p:tavLst>
                                        <p:tav tm="0">
                                          <p:val>
                                            <p:strVal val="0"/>
                                          </p:val>
                                        </p:tav>
                                        <p:tav tm="100000">
                                          <p:val>
                                            <p:strVal val="#ppt_w"/>
                                          </p:val>
                                        </p:tav>
                                      </p:tavLst>
                                    </p:anim>
                                    <p:anim calcmode="lin" valueType="num">
                                      <p:cBhvr additive="base">
                                        <p:cTn id="33" dur="800" fill="hold"/>
                                        <p:tgtEl>
                                          <p:spTgt spid="9"/>
                                        </p:tgtEl>
                                        <p:attrNameLst>
                                          <p:attrName>ppt_h</p:attrName>
                                        </p:attrNameLst>
                                      </p:cBhvr>
                                      <p:tavLst>
                                        <p:tav tm="0">
                                          <p:val>
                                            <p:strVal val="0"/>
                                          </p:val>
                                        </p:tav>
                                        <p:tav tm="100000">
                                          <p:val>
                                            <p:strVal val="#ppt_h"/>
                                          </p:val>
                                        </p:tav>
                                      </p:tavLst>
                                    </p:anim>
                                  </p:childTnLst>
                                </p:cTn>
                              </p:par>
                              <p:par>
                                <p:cTn id="39" presetID="42" presetClass="entr" presetSubtype="0" fill="hold" nodeType="withEffect">
                                  <p:stCondLst>
                                    <p:cond delay="14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anim calcmode="lin" valueType="num">
                                      <p:cBhvr additive="base">
                                        <p:cTn id="37" dur="800" fill="hold" decel="100000"/>
                                        <p:tgtEl>
                                          <p:spTgt spid="10"/>
                                        </p:tgtEl>
                                        <p:attrNameLst>
                                          <p:attrName>ppt_y</p:attrName>
                                        </p:attrNameLst>
                                      </p:cBhvr>
                                      <p:tavLst>
                                        <p:tav tm="0">
                                          <p:val>
                                            <p:strVal val="#ppt_y+0.06"/>
                                          </p:val>
                                        </p:tav>
                                        <p:tav tm="100000">
                                          <p:val>
                                            <p:strVal val="#ppt_y"/>
                                          </p:val>
                                        </p:tav>
                                      </p:tavLst>
                                    </p:anim>
                                  </p:childTnLst>
                                </p:cTn>
                              </p:par>
                              <p:par>
                                <p:cTn id="43" presetID="42" presetClass="entr" presetSubtype="0" fill="hold" nodeType="withEffect">
                                  <p:stCondLst>
                                    <p:cond delay="1700"/>
                                  </p:stCondLst>
                                  <p:childTnLst>
                                    <p:set>
                                      <p:cBhvr>
                                        <p:cTn id="42"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additive="base">
                                        <p:cTn id="41" dur="800" fill="hold" decel="100000"/>
                                        <p:tgtEl>
                                          <p:spTgt spid="11"/>
                                        </p:tgtEl>
                                        <p:attrNameLst>
                                          <p:attrName>ppt_y</p:attrName>
                                        </p:attrNameLst>
                                      </p:cBhvr>
                                      <p:tavLst>
                                        <p:tav tm="0">
                                          <p:val>
                                            <p:strVal val="#ppt_y+0.06"/>
                                          </p:val>
                                        </p:tav>
                                        <p:tav tm="100000">
                                          <p:val>
                                            <p:strVal val="#ppt_y"/>
                                          </p:val>
                                        </p:tav>
                                      </p:tavLst>
                                    </p:anim>
                                  </p:childTnLst>
                                </p:cTn>
                              </p:par>
                              <p:par>
                                <p:cTn id="49" presetID="31" presetClass="entr" presetSubtype="0" fill="hold" nodeType="withEffect">
                                  <p:stCondLst>
                                    <p:cond delay="19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anim calcmode="lin" valueType="num">
                                      <p:cBhvr additive="base">
                                        <p:cTn id="45" dur="800" fill="hold"/>
                                        <p:tgtEl>
                                          <p:spTgt spid="14"/>
                                        </p:tgtEl>
                                        <p:attrNameLst>
                                          <p:attrName>ppt_w</p:attrName>
                                        </p:attrNameLst>
                                      </p:cBhvr>
                                      <p:tavLst>
                                        <p:tav tm="0">
                                          <p:val>
                                            <p:strVal val="0"/>
                                          </p:val>
                                        </p:tav>
                                        <p:tav tm="70000">
                                          <p:val>
                                            <p:strVal val="#ppt_w*1.07"/>
                                          </p:val>
                                        </p:tav>
                                        <p:tav tm="100000">
                                          <p:val>
                                            <p:strVal val="#ppt_w"/>
                                          </p:val>
                                        </p:tav>
                                      </p:tavLst>
                                    </p:anim>
                                    <p:anim calcmode="lin" valueType="num">
                                      <p:cBhvr additive="base">
                                        <p:cTn id="46" dur="800" fill="hold"/>
                                        <p:tgtEl>
                                          <p:spTgt spid="14"/>
                                        </p:tgtEl>
                                        <p:attrNameLst>
                                          <p:attrName>ppt_h</p:attrName>
                                        </p:attrNameLst>
                                      </p:cBhvr>
                                      <p:tavLst>
                                        <p:tav tm="0">
                                          <p:val>
                                            <p:strVal val="0"/>
                                          </p:val>
                                        </p:tav>
                                        <p:tav tm="70000">
                                          <p:val>
                                            <p:strVal val="#ppt_h*1.07"/>
                                          </p:val>
                                        </p:tav>
                                        <p:tav tm="100000">
                                          <p:val>
                                            <p:strVal val="#ppt_h"/>
                                          </p:val>
                                        </p:tav>
                                      </p:tavLst>
                                    </p:anim>
                                    <p:anim calcmode="lin" valueType="num">
                                      <p:cBhvr>
                                        <p:cTn id="47" dur="800" fill="hold" decel="100000"/>
                                        <p:tgtEl>
                                          <p:spTgt spid="14"/>
                                        </p:tgtEl>
                                        <p:attrNameLst>
                                          <p:attrName>style.rotation</p:attrName>
                                        </p:attrNameLst>
                                      </p:cBhvr>
                                      <p:tavLst>
                                        <p:tav tm="0">
                                          <p:val>
                                            <p:fltVal val="-192"/>
                                          </p:val>
                                        </p:tav>
                                        <p:tav tm="100000">
                                          <p:val>
                                            <p:fltVal val="8"/>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pic>
        <p:nvPicPr>
          <p:cNvPr id="3" name="Picture 2" descr="s3_00.png"/>
          <p:cNvPicPr>
            <a:picLocks noChangeAspect="1"/>
          </p:cNvPicPr>
          <p:nvPr/>
        </p:nvPicPr>
        <p:blipFill>
          <a:blip r:embed="rId3"/>
          <a:stretch>
            <a:fillRect/>
          </a:stretch>
        </p:blipFill>
        <p:spPr>
          <a:xfrm>
            <a:off x="317500" y="63500"/>
            <a:ext cx="4448373" cy="1104900"/>
          </a:xfrm>
          <a:prstGeom prst="rect">
            <a:avLst/>
          </a:prstGeom>
        </p:spPr>
      </p:pic>
      <p:pic>
        <p:nvPicPr>
          <p:cNvPr id="4" name="Picture 3" descr="s3_01.png"/>
          <p:cNvPicPr>
            <a:picLocks noChangeAspect="1"/>
          </p:cNvPicPr>
          <p:nvPr/>
        </p:nvPicPr>
        <p:blipFill>
          <a:blip r:embed="rId4"/>
          <a:stretch>
            <a:fillRect/>
          </a:stretch>
        </p:blipFill>
        <p:spPr>
          <a:xfrm>
            <a:off x="317500" y="520700"/>
            <a:ext cx="11557000" cy="1346200"/>
          </a:xfrm>
          <a:prstGeom prst="rect">
            <a:avLst/>
          </a:prstGeom>
        </p:spPr>
      </p:pic>
      <p:pic>
        <p:nvPicPr>
          <p:cNvPr id="5" name="Picture 4" descr="s3_02.png"/>
          <p:cNvPicPr>
            <a:picLocks noChangeAspect="1"/>
          </p:cNvPicPr>
          <p:nvPr/>
        </p:nvPicPr>
        <p:blipFill>
          <a:blip r:embed="rId5"/>
          <a:stretch>
            <a:fillRect/>
          </a:stretch>
        </p:blipFill>
        <p:spPr>
          <a:xfrm>
            <a:off x="317500" y="1295400"/>
            <a:ext cx="5334000" cy="1965325"/>
          </a:xfrm>
          <a:prstGeom prst="rect">
            <a:avLst/>
          </a:prstGeom>
        </p:spPr>
      </p:pic>
      <p:pic>
        <p:nvPicPr>
          <p:cNvPr id="6" name="Picture 5" descr="s3_05.png"/>
          <p:cNvPicPr>
            <a:picLocks noChangeAspect="1"/>
          </p:cNvPicPr>
          <p:nvPr/>
        </p:nvPicPr>
        <p:blipFill>
          <a:blip r:embed="rId6"/>
          <a:stretch>
            <a:fillRect/>
          </a:stretch>
        </p:blipFill>
        <p:spPr>
          <a:xfrm>
            <a:off x="5270500" y="1295400"/>
            <a:ext cx="6604000" cy="1047750"/>
          </a:xfrm>
          <a:prstGeom prst="rect">
            <a:avLst/>
          </a:prstGeom>
        </p:spPr>
      </p:pic>
      <p:pic>
        <p:nvPicPr>
          <p:cNvPr id="7" name="Picture 6" descr="s3_03.png"/>
          <p:cNvPicPr>
            <a:picLocks noChangeAspect="1"/>
          </p:cNvPicPr>
          <p:nvPr/>
        </p:nvPicPr>
        <p:blipFill>
          <a:blip r:embed="rId7"/>
          <a:stretch>
            <a:fillRect/>
          </a:stretch>
        </p:blipFill>
        <p:spPr>
          <a:xfrm>
            <a:off x="317500" y="2638425"/>
            <a:ext cx="5334000" cy="1965325"/>
          </a:xfrm>
          <a:prstGeom prst="rect">
            <a:avLst/>
          </a:prstGeom>
        </p:spPr>
      </p:pic>
      <p:pic>
        <p:nvPicPr>
          <p:cNvPr id="8" name="Picture 7" descr="s3_06.png"/>
          <p:cNvPicPr>
            <a:picLocks noChangeAspect="1"/>
          </p:cNvPicPr>
          <p:nvPr/>
        </p:nvPicPr>
        <p:blipFill>
          <a:blip r:embed="rId8"/>
          <a:stretch>
            <a:fillRect/>
          </a:stretch>
        </p:blipFill>
        <p:spPr>
          <a:xfrm>
            <a:off x="5270500" y="1863725"/>
            <a:ext cx="1737320" cy="1320800"/>
          </a:xfrm>
          <a:prstGeom prst="rect">
            <a:avLst/>
          </a:prstGeom>
        </p:spPr>
      </p:pic>
      <p:pic>
        <p:nvPicPr>
          <p:cNvPr id="9" name="Picture 8" descr="s3_04.png"/>
          <p:cNvPicPr>
            <a:picLocks noChangeAspect="1"/>
          </p:cNvPicPr>
          <p:nvPr/>
        </p:nvPicPr>
        <p:blipFill>
          <a:blip r:embed="rId9"/>
          <a:stretch>
            <a:fillRect/>
          </a:stretch>
        </p:blipFill>
        <p:spPr>
          <a:xfrm>
            <a:off x="317500" y="3981450"/>
            <a:ext cx="5334000" cy="1965325"/>
          </a:xfrm>
          <a:prstGeom prst="rect">
            <a:avLst/>
          </a:prstGeom>
        </p:spPr>
      </p:pic>
      <p:pic>
        <p:nvPicPr>
          <p:cNvPr id="10" name="Picture 9" descr="s3_07.png"/>
          <p:cNvPicPr>
            <a:picLocks noChangeAspect="1"/>
          </p:cNvPicPr>
          <p:nvPr/>
        </p:nvPicPr>
        <p:blipFill>
          <a:blip r:embed="rId10"/>
          <a:stretch>
            <a:fillRect/>
          </a:stretch>
        </p:blipFill>
        <p:spPr>
          <a:xfrm>
            <a:off x="6245820" y="2124075"/>
            <a:ext cx="1003300" cy="800100"/>
          </a:xfrm>
          <a:prstGeom prst="rect">
            <a:avLst/>
          </a:prstGeom>
        </p:spPr>
      </p:pic>
      <p:pic>
        <p:nvPicPr>
          <p:cNvPr id="11" name="Picture 10" descr="s3_08.png"/>
          <p:cNvPicPr>
            <a:picLocks noChangeAspect="1"/>
          </p:cNvPicPr>
          <p:nvPr/>
        </p:nvPicPr>
        <p:blipFill>
          <a:blip r:embed="rId11"/>
          <a:stretch>
            <a:fillRect/>
          </a:stretch>
        </p:blipFill>
        <p:spPr>
          <a:xfrm>
            <a:off x="6487120" y="1803400"/>
            <a:ext cx="1737419" cy="1441450"/>
          </a:xfrm>
          <a:prstGeom prst="rect">
            <a:avLst/>
          </a:prstGeom>
        </p:spPr>
      </p:pic>
      <p:pic>
        <p:nvPicPr>
          <p:cNvPr id="12" name="Picture 11" descr="s3_07.png"/>
          <p:cNvPicPr>
            <a:picLocks noChangeAspect="1"/>
          </p:cNvPicPr>
          <p:nvPr/>
        </p:nvPicPr>
        <p:blipFill>
          <a:blip r:embed="rId10"/>
          <a:stretch>
            <a:fillRect/>
          </a:stretch>
        </p:blipFill>
        <p:spPr>
          <a:xfrm>
            <a:off x="7462539" y="2124075"/>
            <a:ext cx="1003300" cy="800100"/>
          </a:xfrm>
          <a:prstGeom prst="rect">
            <a:avLst/>
          </a:prstGeom>
        </p:spPr>
      </p:pic>
      <p:pic>
        <p:nvPicPr>
          <p:cNvPr id="13" name="Picture 12" descr="s3_10.png"/>
          <p:cNvPicPr>
            <a:picLocks noChangeAspect="1"/>
          </p:cNvPicPr>
          <p:nvPr/>
        </p:nvPicPr>
        <p:blipFill>
          <a:blip r:embed="rId12"/>
          <a:stretch>
            <a:fillRect/>
          </a:stretch>
        </p:blipFill>
        <p:spPr>
          <a:xfrm>
            <a:off x="7703839" y="1708150"/>
            <a:ext cx="1737320" cy="1631950"/>
          </a:xfrm>
          <a:prstGeom prst="rect">
            <a:avLst/>
          </a:prstGeom>
        </p:spPr>
      </p:pic>
      <p:pic>
        <p:nvPicPr>
          <p:cNvPr id="14" name="Picture 13" descr="s3_07.png"/>
          <p:cNvPicPr>
            <a:picLocks noChangeAspect="1"/>
          </p:cNvPicPr>
          <p:nvPr/>
        </p:nvPicPr>
        <p:blipFill>
          <a:blip r:embed="rId10"/>
          <a:stretch>
            <a:fillRect/>
          </a:stretch>
        </p:blipFill>
        <p:spPr>
          <a:xfrm>
            <a:off x="8679160" y="2124075"/>
            <a:ext cx="1003300" cy="800100"/>
          </a:xfrm>
          <a:prstGeom prst="rect">
            <a:avLst/>
          </a:prstGeom>
        </p:spPr>
      </p:pic>
      <p:pic>
        <p:nvPicPr>
          <p:cNvPr id="15" name="Picture 14" descr="s3_12.png"/>
          <p:cNvPicPr>
            <a:picLocks noChangeAspect="1"/>
          </p:cNvPicPr>
          <p:nvPr/>
        </p:nvPicPr>
        <p:blipFill>
          <a:blip r:embed="rId13"/>
          <a:stretch>
            <a:fillRect/>
          </a:stretch>
        </p:blipFill>
        <p:spPr>
          <a:xfrm>
            <a:off x="8920460" y="1863725"/>
            <a:ext cx="1737419" cy="1320800"/>
          </a:xfrm>
          <a:prstGeom prst="rect">
            <a:avLst/>
          </a:prstGeom>
        </p:spPr>
      </p:pic>
      <p:pic>
        <p:nvPicPr>
          <p:cNvPr id="16" name="Picture 15" descr="s3_07.png"/>
          <p:cNvPicPr>
            <a:picLocks noChangeAspect="1"/>
          </p:cNvPicPr>
          <p:nvPr/>
        </p:nvPicPr>
        <p:blipFill>
          <a:blip r:embed="rId10"/>
          <a:stretch>
            <a:fillRect/>
          </a:stretch>
        </p:blipFill>
        <p:spPr>
          <a:xfrm>
            <a:off x="9895879" y="2124075"/>
            <a:ext cx="1003300" cy="800100"/>
          </a:xfrm>
          <a:prstGeom prst="rect">
            <a:avLst/>
          </a:prstGeom>
        </p:spPr>
      </p:pic>
      <p:pic>
        <p:nvPicPr>
          <p:cNvPr id="17" name="Picture 16" descr="s3_14.png"/>
          <p:cNvPicPr>
            <a:picLocks noChangeAspect="1"/>
          </p:cNvPicPr>
          <p:nvPr/>
        </p:nvPicPr>
        <p:blipFill>
          <a:blip r:embed="rId14"/>
          <a:stretch>
            <a:fillRect/>
          </a:stretch>
        </p:blipFill>
        <p:spPr>
          <a:xfrm>
            <a:off x="10137179" y="1768475"/>
            <a:ext cx="1737320" cy="1511300"/>
          </a:xfrm>
          <a:prstGeom prst="rect">
            <a:avLst/>
          </a:prstGeom>
        </p:spPr>
      </p:pic>
      <p:pic>
        <p:nvPicPr>
          <p:cNvPr id="18" name="Picture 17" descr="s3_15.png"/>
          <p:cNvPicPr>
            <a:picLocks noChangeAspect="1"/>
          </p:cNvPicPr>
          <p:nvPr/>
        </p:nvPicPr>
        <p:blipFill>
          <a:blip r:embed="rId15"/>
          <a:stretch>
            <a:fillRect/>
          </a:stretch>
        </p:blipFill>
        <p:spPr>
          <a:xfrm>
            <a:off x="5270500" y="2806700"/>
            <a:ext cx="6604000" cy="1625600"/>
          </a:xfrm>
          <a:prstGeom prst="rect">
            <a:avLst/>
          </a:prstGeom>
        </p:spPr>
      </p:pic>
      <p:pic>
        <p:nvPicPr>
          <p:cNvPr id="19" name="Picture 18" descr="s3_16.png"/>
          <p:cNvPicPr>
            <a:picLocks noChangeAspect="1"/>
          </p:cNvPicPr>
          <p:nvPr/>
        </p:nvPicPr>
        <p:blipFill>
          <a:blip r:embed="rId16"/>
          <a:stretch>
            <a:fillRect/>
          </a:stretch>
        </p:blipFill>
        <p:spPr>
          <a:xfrm>
            <a:off x="5270500" y="3860800"/>
            <a:ext cx="2624633" cy="1612205"/>
          </a:xfrm>
          <a:prstGeom prst="rect">
            <a:avLst/>
          </a:prstGeom>
        </p:spPr>
      </p:pic>
      <p:pic>
        <p:nvPicPr>
          <p:cNvPr id="20" name="Picture 19" descr="s3_17.png"/>
          <p:cNvPicPr>
            <a:picLocks noChangeAspect="1"/>
          </p:cNvPicPr>
          <p:nvPr/>
        </p:nvPicPr>
        <p:blipFill>
          <a:blip r:embed="rId17"/>
          <a:stretch>
            <a:fillRect/>
          </a:stretch>
        </p:blipFill>
        <p:spPr>
          <a:xfrm>
            <a:off x="7260133" y="3860800"/>
            <a:ext cx="2624732" cy="1612205"/>
          </a:xfrm>
          <a:prstGeom prst="rect">
            <a:avLst/>
          </a:prstGeom>
        </p:spPr>
      </p:pic>
      <p:pic>
        <p:nvPicPr>
          <p:cNvPr id="21" name="Picture 20" descr="s3_18.png"/>
          <p:cNvPicPr>
            <a:picLocks noChangeAspect="1"/>
          </p:cNvPicPr>
          <p:nvPr/>
        </p:nvPicPr>
        <p:blipFill>
          <a:blip r:embed="rId18"/>
          <a:stretch>
            <a:fillRect/>
          </a:stretch>
        </p:blipFill>
        <p:spPr>
          <a:xfrm>
            <a:off x="9249866" y="3860800"/>
            <a:ext cx="2624633" cy="1612205"/>
          </a:xfrm>
          <a:prstGeom prst="rect">
            <a:avLst/>
          </a:prstGeom>
        </p:spPr>
      </p:pic>
      <p:grpSp>
        <p:nvGrpSpPr>
          <p:cNvPr id="24" name="Group 23"/>
          <p:cNvGrpSpPr/>
          <p:nvPr/>
        </p:nvGrpSpPr>
        <p:grpSpPr>
          <a:xfrm rot="600000">
            <a:off x="10566400" y="215900"/>
            <a:ext cx="1282700" cy="1282700"/>
            <a:chOff x="10566400" y="215900"/>
            <a:chExt cx="1282700" cy="1282700"/>
          </a:xfrm>
        </p:grpSpPr>
        <p:sp>
          <p:nvSpPr>
            <p:cNvPr id="22" name="Oval 21"/>
            <p:cNvSpPr/>
            <p:nvPr/>
          </p:nvSpPr>
          <p:spPr>
            <a:xfrm>
              <a:off x="10566400" y="215900"/>
              <a:ext cx="1282700" cy="1282700"/>
            </a:xfrm>
            <a:prstGeom prst="ellipse">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uppy1.gif"/>
            <p:cNvPicPr>
              <a:picLocks noChangeAspect="1"/>
            </p:cNvPicPr>
            <p:nvPr/>
          </p:nvPicPr>
          <p:blipFill>
            <a:blip r:embed="rId19"/>
            <a:srcRect l="21910" r="21910"/>
            <a:stretch>
              <a:fillRect/>
            </a:stretch>
          </p:blipFill>
          <p:spPr>
            <a:xfrm>
              <a:off x="10604500" y="254000"/>
              <a:ext cx="1206500" cy="1206500"/>
            </a:xfrm>
            <a:prstGeom prst="ellipse">
              <a:avLst/>
            </a:prstGeom>
            <a:ln w="76200">
              <a:solidFill>
                <a:srgbClr val="FFF8F0"/>
              </a:solidFill>
            </a:ln>
          </p:spPr>
        </p:pic>
      </p:grpSp>
    </p:spTree>
  </p:cSld>
  <p:clrMapOvr>
    <a:masterClrMapping/>
  </p:clrMapOvr>
  <mc:AlternateContent xmlns:mc="http://schemas.openxmlformats.org/markup-compatibility/2006" xmlns:p14="http://schemas.microsoft.com/office/powerpoint/2010/main">
    <mc:Choice Requires="p14">
      <p:transition spd="slow" p14:dur="1400">
        <p14:conveyor dir="l"/>
      </p:transition>
    </mc:Choice>
    <mc:Fallback>
      <p:transition spd="slow">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2" presetClass="entr" presetSubtype="1" fill="hold" nodeType="withEffect">
                                  <p:stCondLst>
                                    <p:cond delay="100"/>
                                  </p:stCondLst>
                                  <p:childTnLst>
                                    <p:set>
                                      <p:cBhvr>
                                        <p:cTn id="7"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anim calcmode="lin" valueType="num">
                                      <p:cBhvr additive="base">
                                        <p:cTn id="6" dur="800" fill="hold"/>
                                        <p:tgtEl>
                                          <p:spTgt spid="3"/>
                                        </p:tgtEl>
                                        <p:attrNameLst>
                                          <p:attrName>ppt_y</p:attrName>
                                        </p:attrNameLst>
                                      </p:cBhvr>
                                      <p:tavLst>
                                        <p:tav tm="0">
                                          <p:val>
                                            <p:strVal val="#ppt_y-0.12"/>
                                          </p:val>
                                        </p:tav>
                                        <p:tav tm="60000">
                                          <p:val>
                                            <p:strVal val="#ppt_y+0.012"/>
                                          </p:val>
                                        </p:tav>
                                        <p:tav tm="80000">
                                          <p:val>
                                            <p:strVal val="#ppt_y-0.005"/>
                                          </p:val>
                                        </p:tav>
                                        <p:tav tm="100000">
                                          <p:val>
                                            <p:strVal val="#ppt_y"/>
                                          </p:val>
                                        </p:tav>
                                      </p:tavLst>
                                    </p:anim>
                                  </p:childTnLst>
                                </p:cTn>
                              </p:par>
                              <p:par>
                                <p:cTn id="12" presetID="2" presetClass="entr" presetSubtype="8" fill="hold" nodeType="withEffect">
                                  <p:stCondLst>
                                    <p:cond delay="250"/>
                                  </p:stCondLst>
                                  <p:childTnLst>
                                    <p:set>
                                      <p:cBhvr>
                                        <p:cTn id="11"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additive="base">
                                        <p:cTn id="10" dur="800" fill="hold" decel="100000"/>
                                        <p:tgtEl>
                                          <p:spTgt spid="4"/>
                                        </p:tgtEl>
                                        <p:attrNameLst>
                                          <p:attrName>ppt_x</p:attrName>
                                        </p:attrNameLst>
                                      </p:cBhvr>
                                      <p:tavLst>
                                        <p:tav tm="0">
                                          <p:val>
                                            <p:strVal val="#ppt_x-0.06"/>
                                          </p:val>
                                        </p:tav>
                                        <p:tav tm="100000">
                                          <p:val>
                                            <p:strVal val="#ppt_x"/>
                                          </p:val>
                                        </p:tav>
                                      </p:tavLst>
                                    </p:anim>
                                  </p:childTnLst>
                                </p:cTn>
                              </p:par>
                              <p:par>
                                <p:cTn id="16" presetID="2" presetClass="entr" presetSubtype="8" fill="hold" nodeType="withEffect">
                                  <p:stCondLst>
                                    <p:cond delay="500"/>
                                  </p:stCondLst>
                                  <p:childTnLst>
                                    <p:set>
                                      <p:cBhvr>
                                        <p:cTn id="15"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additive="base">
                                        <p:cTn id="14" dur="800" fill="hold" decel="100000"/>
                                        <p:tgtEl>
                                          <p:spTgt spid="5"/>
                                        </p:tgtEl>
                                        <p:attrNameLst>
                                          <p:attrName>ppt_x</p:attrName>
                                        </p:attrNameLst>
                                      </p:cBhvr>
                                      <p:tavLst>
                                        <p:tav tm="0">
                                          <p:val>
                                            <p:strVal val="#ppt_x-0.06"/>
                                          </p:val>
                                        </p:tav>
                                        <p:tav tm="100000">
                                          <p:val>
                                            <p:strVal val="#ppt_x"/>
                                          </p:val>
                                        </p:tav>
                                      </p:tavLst>
                                    </p:anim>
                                  </p:childTnLst>
                                </p:cTn>
                              </p:par>
                              <p:par>
                                <p:cTn id="20" presetID="2" presetClass="entr" presetSubtype="2" fill="hold" nodeType="withEffect">
                                  <p:stCondLst>
                                    <p:cond delay="600"/>
                                  </p:stCondLst>
                                  <p:childTnLst>
                                    <p:set>
                                      <p:cBhvr>
                                        <p:cTn id="19"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800" fill="hold" decel="100000"/>
                                        <p:tgtEl>
                                          <p:spTgt spid="6"/>
                                        </p:tgtEl>
                                        <p:attrNameLst>
                                          <p:attrName>ppt_x</p:attrName>
                                        </p:attrNameLst>
                                      </p:cBhvr>
                                      <p:tavLst>
                                        <p:tav tm="0">
                                          <p:val>
                                            <p:strVal val="#ppt_x+0.06"/>
                                          </p:val>
                                        </p:tav>
                                        <p:tav tm="100000">
                                          <p:val>
                                            <p:strVal val="#ppt_x"/>
                                          </p:val>
                                        </p:tav>
                                      </p:tavLst>
                                    </p:anim>
                                  </p:childTnLst>
                                </p:cTn>
                              </p:par>
                              <p:par>
                                <p:cTn id="24" presetID="2" presetClass="entr" presetSubtype="8" fill="hold" nodeType="withEffect">
                                  <p:stCondLst>
                                    <p:cond delay="700"/>
                                  </p:stCondLst>
                                  <p:childTnLst>
                                    <p:set>
                                      <p:cBhvr>
                                        <p:cTn id="23"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anim calcmode="lin" valueType="num">
                                      <p:cBhvr additive="base">
                                        <p:cTn id="22" dur="800" fill="hold" decel="100000"/>
                                        <p:tgtEl>
                                          <p:spTgt spid="7"/>
                                        </p:tgtEl>
                                        <p:attrNameLst>
                                          <p:attrName>ppt_x</p:attrName>
                                        </p:attrNameLst>
                                      </p:cBhvr>
                                      <p:tavLst>
                                        <p:tav tm="0">
                                          <p:val>
                                            <p:strVal val="#ppt_x-0.06"/>
                                          </p:val>
                                        </p:tav>
                                        <p:tav tm="100000">
                                          <p:val>
                                            <p:strVal val="#ppt_x"/>
                                          </p:val>
                                        </p:tav>
                                      </p:tavLst>
                                    </p:anim>
                                  </p:childTnLst>
                                </p:cTn>
                              </p:par>
                              <p:par>
                                <p:cTn id="29" presetID="53" presetClass="entr" presetSubtype="16" fill="hold" nodeType="withEffect">
                                  <p:stCondLst>
                                    <p:cond delay="800"/>
                                  </p:stCondLst>
                                  <p:childTnLst>
                                    <p:set>
                                      <p:cBhvr>
                                        <p:cTn id="28"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additive="base">
                                        <p:cTn id="26" dur="800" fill="hold"/>
                                        <p:tgtEl>
                                          <p:spTgt spid="8"/>
                                        </p:tgtEl>
                                        <p:attrNameLst>
                                          <p:attrName>ppt_w</p:attrName>
                                        </p:attrNameLst>
                                      </p:cBhvr>
                                      <p:tavLst>
                                        <p:tav tm="0">
                                          <p:val>
                                            <p:strVal val="0"/>
                                          </p:val>
                                        </p:tav>
                                        <p:tav tm="70000">
                                          <p:val>
                                            <p:strVal val="#ppt_w*1.07"/>
                                          </p:val>
                                        </p:tav>
                                        <p:tav tm="100000">
                                          <p:val>
                                            <p:strVal val="#ppt_w"/>
                                          </p:val>
                                        </p:tav>
                                      </p:tavLst>
                                    </p:anim>
                                    <p:anim calcmode="lin" valueType="num">
                                      <p:cBhvr additive="base">
                                        <p:cTn id="27" dur="800" fill="hold"/>
                                        <p:tgtEl>
                                          <p:spTgt spid="8"/>
                                        </p:tgtEl>
                                        <p:attrNameLst>
                                          <p:attrName>ppt_h</p:attrName>
                                        </p:attrNameLst>
                                      </p:cBhvr>
                                      <p:tavLst>
                                        <p:tav tm="0">
                                          <p:val>
                                            <p:strVal val="0"/>
                                          </p:val>
                                        </p:tav>
                                        <p:tav tm="70000">
                                          <p:val>
                                            <p:strVal val="#ppt_h*1.07"/>
                                          </p:val>
                                        </p:tav>
                                        <p:tav tm="100000">
                                          <p:val>
                                            <p:strVal val="#ppt_h"/>
                                          </p:val>
                                        </p:tav>
                                      </p:tavLst>
                                    </p:anim>
                                  </p:childTnLst>
                                </p:cTn>
                              </p:par>
                              <p:par>
                                <p:cTn id="33" presetID="2" presetClass="entr" presetSubtype="8" fill="hold" nodeType="withEffect">
                                  <p:stCondLst>
                                    <p:cond delay="900"/>
                                  </p:stCondLst>
                                  <p:childTnLst>
                                    <p:set>
                                      <p:cBhvr>
                                        <p:cTn id="32"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additive="base">
                                        <p:cTn id="31" dur="800" fill="hold" decel="100000"/>
                                        <p:tgtEl>
                                          <p:spTgt spid="9"/>
                                        </p:tgtEl>
                                        <p:attrNameLst>
                                          <p:attrName>ppt_x</p:attrName>
                                        </p:attrNameLst>
                                      </p:cBhvr>
                                      <p:tavLst>
                                        <p:tav tm="0">
                                          <p:val>
                                            <p:strVal val="#ppt_x-0.06"/>
                                          </p:val>
                                        </p:tav>
                                        <p:tav tm="100000">
                                          <p:val>
                                            <p:strVal val="#ppt_x"/>
                                          </p:val>
                                        </p:tav>
                                      </p:tavLst>
                                    </p:anim>
                                  </p:childTnLst>
                                </p:cTn>
                              </p:par>
                              <p:par>
                                <p:cTn id="38" presetID="53" presetClass="entr" presetSubtype="16" fill="hold" nodeType="withEffect">
                                  <p:stCondLst>
                                    <p:cond delay="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anim calcmode="lin" valueType="num">
                                      <p:cBhvr additive="base">
                                        <p:cTn id="35" dur="800" fill="hold"/>
                                        <p:tgtEl>
                                          <p:spTgt spid="10"/>
                                        </p:tgtEl>
                                        <p:attrNameLst>
                                          <p:attrName>ppt_w</p:attrName>
                                        </p:attrNameLst>
                                      </p:cBhvr>
                                      <p:tavLst>
                                        <p:tav tm="0">
                                          <p:val>
                                            <p:strVal val="0"/>
                                          </p:val>
                                        </p:tav>
                                        <p:tav tm="100000">
                                          <p:val>
                                            <p:strVal val="#ppt_w"/>
                                          </p:val>
                                        </p:tav>
                                      </p:tavLst>
                                    </p:anim>
                                    <p:anim calcmode="lin" valueType="num">
                                      <p:cBhvr additive="base">
                                        <p:cTn id="36" dur="800" fill="hold"/>
                                        <p:tgtEl>
                                          <p:spTgt spid="10"/>
                                        </p:tgtEl>
                                        <p:attrNameLst>
                                          <p:attrName>ppt_h</p:attrName>
                                        </p:attrNameLst>
                                      </p:cBhvr>
                                      <p:tavLst>
                                        <p:tav tm="0">
                                          <p:val>
                                            <p:strVal val="0"/>
                                          </p:val>
                                        </p:tav>
                                        <p:tav tm="100000">
                                          <p:val>
                                            <p:strVal val="#ppt_h"/>
                                          </p:val>
                                        </p:tav>
                                      </p:tavLst>
                                    </p:anim>
                                  </p:childTnLst>
                                </p:cTn>
                              </p:par>
                              <p:par>
                                <p:cTn id="43" presetID="53" presetClass="entr" presetSubtype="16" fill="hold" nodeType="withEffect">
                                  <p:stCondLst>
                                    <p:cond delay="1000"/>
                                  </p:stCondLst>
                                  <p:childTnLst>
                                    <p:set>
                                      <p:cBhvr>
                                        <p:cTn id="42" dur="1" fill="hold">
                                          <p:stCondLst>
                                            <p:cond delay="0"/>
                                          </p:stCondLst>
                                        </p:cTn>
                                        <p:tgtEl>
                                          <p:spTgt spid="11"/>
                                        </p:tgtEl>
                                        <p:attrNameLst>
                                          <p:attrName>style.visibility</p:attrName>
                                        </p:attrNameLst>
                                      </p:cBhvr>
                                      <p:to>
                                        <p:strVal val="visible"/>
                                      </p:to>
                                    </p:set>
                                    <p:animEffect transition="in" filter="fade">
                                      <p:cBhvr>
                                        <p:cTn id="39" dur="500"/>
                                        <p:tgtEl>
                                          <p:spTgt spid="11"/>
                                        </p:tgtEl>
                                      </p:cBhvr>
                                    </p:animEffect>
                                    <p:anim calcmode="lin" valueType="num">
                                      <p:cBhvr additive="base">
                                        <p:cTn id="40" dur="800" fill="hold"/>
                                        <p:tgtEl>
                                          <p:spTgt spid="11"/>
                                        </p:tgtEl>
                                        <p:attrNameLst>
                                          <p:attrName>ppt_w</p:attrName>
                                        </p:attrNameLst>
                                      </p:cBhvr>
                                      <p:tavLst>
                                        <p:tav tm="0">
                                          <p:val>
                                            <p:strVal val="0"/>
                                          </p:val>
                                        </p:tav>
                                        <p:tav tm="70000">
                                          <p:val>
                                            <p:strVal val="#ppt_w*1.07"/>
                                          </p:val>
                                        </p:tav>
                                        <p:tav tm="100000">
                                          <p:val>
                                            <p:strVal val="#ppt_w"/>
                                          </p:val>
                                        </p:tav>
                                      </p:tavLst>
                                    </p:anim>
                                    <p:anim calcmode="lin" valueType="num">
                                      <p:cBhvr additive="base">
                                        <p:cTn id="41" dur="800" fill="hold"/>
                                        <p:tgtEl>
                                          <p:spTgt spid="11"/>
                                        </p:tgtEl>
                                        <p:attrNameLst>
                                          <p:attrName>ppt_h</p:attrName>
                                        </p:attrNameLst>
                                      </p:cBhvr>
                                      <p:tavLst>
                                        <p:tav tm="0">
                                          <p:val>
                                            <p:strVal val="0"/>
                                          </p:val>
                                        </p:tav>
                                        <p:tav tm="70000">
                                          <p:val>
                                            <p:strVal val="#ppt_h*1.07"/>
                                          </p:val>
                                        </p:tav>
                                        <p:tav tm="100000">
                                          <p:val>
                                            <p:strVal val="#ppt_h"/>
                                          </p:val>
                                        </p:tav>
                                      </p:tavLst>
                                    </p:anim>
                                  </p:childTnLst>
                                </p:cTn>
                              </p:par>
                              <p:par>
                                <p:cTn id="48" presetID="53" presetClass="entr" presetSubtype="16" fill="hold" nodeType="withEffect">
                                  <p:stCondLst>
                                    <p:cond delay="11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4" dur="500"/>
                                        <p:tgtEl>
                                          <p:spTgt spid="12"/>
                                        </p:tgtEl>
                                      </p:cBhvr>
                                    </p:animEffect>
                                    <p:anim calcmode="lin" valueType="num">
                                      <p:cBhvr additive="base">
                                        <p:cTn id="45" dur="800" fill="hold"/>
                                        <p:tgtEl>
                                          <p:spTgt spid="12"/>
                                        </p:tgtEl>
                                        <p:attrNameLst>
                                          <p:attrName>ppt_w</p:attrName>
                                        </p:attrNameLst>
                                      </p:cBhvr>
                                      <p:tavLst>
                                        <p:tav tm="0">
                                          <p:val>
                                            <p:strVal val="0"/>
                                          </p:val>
                                        </p:tav>
                                        <p:tav tm="100000">
                                          <p:val>
                                            <p:strVal val="#ppt_w"/>
                                          </p:val>
                                        </p:tav>
                                      </p:tavLst>
                                    </p:anim>
                                    <p:anim calcmode="lin" valueType="num">
                                      <p:cBhvr additive="base">
                                        <p:cTn id="46" dur="800" fill="hold"/>
                                        <p:tgtEl>
                                          <p:spTgt spid="12"/>
                                        </p:tgtEl>
                                        <p:attrNameLst>
                                          <p:attrName>ppt_h</p:attrName>
                                        </p:attrNameLst>
                                      </p:cBhvr>
                                      <p:tavLst>
                                        <p:tav tm="0">
                                          <p:val>
                                            <p:strVal val="0"/>
                                          </p:val>
                                        </p:tav>
                                        <p:tav tm="100000">
                                          <p:val>
                                            <p:strVal val="#ppt_h"/>
                                          </p:val>
                                        </p:tav>
                                      </p:tavLst>
                                    </p:anim>
                                  </p:childTnLst>
                                </p:cTn>
                              </p:par>
                              <p:par>
                                <p:cTn id="53" presetID="53" presetClass="entr" presetSubtype="16" fill="hold" nodeType="withEffect">
                                  <p:stCondLst>
                                    <p:cond delay="1200"/>
                                  </p:stCondLst>
                                  <p:childTnLst>
                                    <p:set>
                                      <p:cBhvr>
                                        <p:cTn id="52" dur="1" fill="hold">
                                          <p:stCondLst>
                                            <p:cond delay="0"/>
                                          </p:stCondLst>
                                        </p:cTn>
                                        <p:tgtEl>
                                          <p:spTgt spid="13"/>
                                        </p:tgtEl>
                                        <p:attrNameLst>
                                          <p:attrName>style.visibility</p:attrName>
                                        </p:attrNameLst>
                                      </p:cBhvr>
                                      <p:to>
                                        <p:strVal val="visible"/>
                                      </p:to>
                                    </p:set>
                                    <p:animEffect transition="in" filter="fade">
                                      <p:cBhvr>
                                        <p:cTn id="49" dur="500"/>
                                        <p:tgtEl>
                                          <p:spTgt spid="13"/>
                                        </p:tgtEl>
                                      </p:cBhvr>
                                    </p:animEffect>
                                    <p:anim calcmode="lin" valueType="num">
                                      <p:cBhvr additive="base">
                                        <p:cTn id="50" dur="800" fill="hold"/>
                                        <p:tgtEl>
                                          <p:spTgt spid="13"/>
                                        </p:tgtEl>
                                        <p:attrNameLst>
                                          <p:attrName>ppt_w</p:attrName>
                                        </p:attrNameLst>
                                      </p:cBhvr>
                                      <p:tavLst>
                                        <p:tav tm="0">
                                          <p:val>
                                            <p:strVal val="0"/>
                                          </p:val>
                                        </p:tav>
                                        <p:tav tm="70000">
                                          <p:val>
                                            <p:strVal val="#ppt_w*1.07"/>
                                          </p:val>
                                        </p:tav>
                                        <p:tav tm="100000">
                                          <p:val>
                                            <p:strVal val="#ppt_w"/>
                                          </p:val>
                                        </p:tav>
                                      </p:tavLst>
                                    </p:anim>
                                    <p:anim calcmode="lin" valueType="num">
                                      <p:cBhvr additive="base">
                                        <p:cTn id="51" dur="800" fill="hold"/>
                                        <p:tgtEl>
                                          <p:spTgt spid="13"/>
                                        </p:tgtEl>
                                        <p:attrNameLst>
                                          <p:attrName>ppt_h</p:attrName>
                                        </p:attrNameLst>
                                      </p:cBhvr>
                                      <p:tavLst>
                                        <p:tav tm="0">
                                          <p:val>
                                            <p:strVal val="0"/>
                                          </p:val>
                                        </p:tav>
                                        <p:tav tm="70000">
                                          <p:val>
                                            <p:strVal val="#ppt_h*1.07"/>
                                          </p:val>
                                        </p:tav>
                                        <p:tav tm="100000">
                                          <p:val>
                                            <p:strVal val="#ppt_h"/>
                                          </p:val>
                                        </p:tav>
                                      </p:tavLst>
                                    </p:anim>
                                  </p:childTnLst>
                                </p:cTn>
                              </p:par>
                              <p:par>
                                <p:cTn id="58" presetID="53" presetClass="entr" presetSubtype="16" fill="hold" nodeType="withEffect">
                                  <p:stCondLst>
                                    <p:cond delay="1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4" dur="500"/>
                                        <p:tgtEl>
                                          <p:spTgt spid="14"/>
                                        </p:tgtEl>
                                      </p:cBhvr>
                                    </p:animEffect>
                                    <p:anim calcmode="lin" valueType="num">
                                      <p:cBhvr additive="base">
                                        <p:cTn id="55" dur="800" fill="hold"/>
                                        <p:tgtEl>
                                          <p:spTgt spid="14"/>
                                        </p:tgtEl>
                                        <p:attrNameLst>
                                          <p:attrName>ppt_w</p:attrName>
                                        </p:attrNameLst>
                                      </p:cBhvr>
                                      <p:tavLst>
                                        <p:tav tm="0">
                                          <p:val>
                                            <p:strVal val="0"/>
                                          </p:val>
                                        </p:tav>
                                        <p:tav tm="100000">
                                          <p:val>
                                            <p:strVal val="#ppt_w"/>
                                          </p:val>
                                        </p:tav>
                                      </p:tavLst>
                                    </p:anim>
                                    <p:anim calcmode="lin" valueType="num">
                                      <p:cBhvr additive="base">
                                        <p:cTn id="56" dur="800" fill="hold"/>
                                        <p:tgtEl>
                                          <p:spTgt spid="14"/>
                                        </p:tgtEl>
                                        <p:attrNameLst>
                                          <p:attrName>ppt_h</p:attrName>
                                        </p:attrNameLst>
                                      </p:cBhvr>
                                      <p:tavLst>
                                        <p:tav tm="0">
                                          <p:val>
                                            <p:strVal val="0"/>
                                          </p:val>
                                        </p:tav>
                                        <p:tav tm="100000">
                                          <p:val>
                                            <p:strVal val="#ppt_h"/>
                                          </p:val>
                                        </p:tav>
                                      </p:tavLst>
                                    </p:anim>
                                  </p:childTnLst>
                                </p:cTn>
                              </p:par>
                              <p:par>
                                <p:cTn id="63" presetID="53" presetClass="entr" presetSubtype="16" fill="hold" nodeType="withEffect">
                                  <p:stCondLst>
                                    <p:cond delay="1400"/>
                                  </p:stCondLst>
                                  <p:childTnLst>
                                    <p:set>
                                      <p:cBhvr>
                                        <p:cTn id="62"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800" fill="hold"/>
                                        <p:tgtEl>
                                          <p:spTgt spid="15"/>
                                        </p:tgtEl>
                                        <p:attrNameLst>
                                          <p:attrName>ppt_w</p:attrName>
                                        </p:attrNameLst>
                                      </p:cBhvr>
                                      <p:tavLst>
                                        <p:tav tm="0">
                                          <p:val>
                                            <p:strVal val="0"/>
                                          </p:val>
                                        </p:tav>
                                        <p:tav tm="70000">
                                          <p:val>
                                            <p:strVal val="#ppt_w*1.07"/>
                                          </p:val>
                                        </p:tav>
                                        <p:tav tm="100000">
                                          <p:val>
                                            <p:strVal val="#ppt_w"/>
                                          </p:val>
                                        </p:tav>
                                      </p:tavLst>
                                    </p:anim>
                                    <p:anim calcmode="lin" valueType="num">
                                      <p:cBhvr additive="base">
                                        <p:cTn id="61" dur="800" fill="hold"/>
                                        <p:tgtEl>
                                          <p:spTgt spid="15"/>
                                        </p:tgtEl>
                                        <p:attrNameLst>
                                          <p:attrName>ppt_h</p:attrName>
                                        </p:attrNameLst>
                                      </p:cBhvr>
                                      <p:tavLst>
                                        <p:tav tm="0">
                                          <p:val>
                                            <p:strVal val="0"/>
                                          </p:val>
                                        </p:tav>
                                        <p:tav tm="70000">
                                          <p:val>
                                            <p:strVal val="#ppt_h*1.07"/>
                                          </p:val>
                                        </p:tav>
                                        <p:tav tm="100000">
                                          <p:val>
                                            <p:strVal val="#ppt_h"/>
                                          </p:val>
                                        </p:tav>
                                      </p:tavLst>
                                    </p:anim>
                                  </p:childTnLst>
                                </p:cTn>
                              </p:par>
                              <p:par>
                                <p:cTn id="68" presetID="53" presetClass="entr" presetSubtype="16" fill="hold" nodeType="withEffect">
                                  <p:stCondLst>
                                    <p:cond delay="1500"/>
                                  </p:stCondLst>
                                  <p:childTnLst>
                                    <p:set>
                                      <p:cBhvr>
                                        <p:cTn id="67" dur="1" fill="hold">
                                          <p:stCondLst>
                                            <p:cond delay="0"/>
                                          </p:stCondLst>
                                        </p:cTn>
                                        <p:tgtEl>
                                          <p:spTgt spid="16"/>
                                        </p:tgtEl>
                                        <p:attrNameLst>
                                          <p:attrName>style.visibility</p:attrName>
                                        </p:attrNameLst>
                                      </p:cBhvr>
                                      <p:to>
                                        <p:strVal val="visible"/>
                                      </p:to>
                                    </p:set>
                                    <p:animEffect transition="in" filter="fade">
                                      <p:cBhvr>
                                        <p:cTn id="64" dur="500"/>
                                        <p:tgtEl>
                                          <p:spTgt spid="16"/>
                                        </p:tgtEl>
                                      </p:cBhvr>
                                    </p:animEffect>
                                    <p:anim calcmode="lin" valueType="num">
                                      <p:cBhvr additive="base">
                                        <p:cTn id="65" dur="800" fill="hold"/>
                                        <p:tgtEl>
                                          <p:spTgt spid="16"/>
                                        </p:tgtEl>
                                        <p:attrNameLst>
                                          <p:attrName>ppt_w</p:attrName>
                                        </p:attrNameLst>
                                      </p:cBhvr>
                                      <p:tavLst>
                                        <p:tav tm="0">
                                          <p:val>
                                            <p:strVal val="0"/>
                                          </p:val>
                                        </p:tav>
                                        <p:tav tm="100000">
                                          <p:val>
                                            <p:strVal val="#ppt_w"/>
                                          </p:val>
                                        </p:tav>
                                      </p:tavLst>
                                    </p:anim>
                                    <p:anim calcmode="lin" valueType="num">
                                      <p:cBhvr additive="base">
                                        <p:cTn id="66" dur="800" fill="hold"/>
                                        <p:tgtEl>
                                          <p:spTgt spid="16"/>
                                        </p:tgtEl>
                                        <p:attrNameLst>
                                          <p:attrName>ppt_h</p:attrName>
                                        </p:attrNameLst>
                                      </p:cBhvr>
                                      <p:tavLst>
                                        <p:tav tm="0">
                                          <p:val>
                                            <p:strVal val="0"/>
                                          </p:val>
                                        </p:tav>
                                        <p:tav tm="100000">
                                          <p:val>
                                            <p:strVal val="#ppt_h"/>
                                          </p:val>
                                        </p:tav>
                                      </p:tavLst>
                                    </p:anim>
                                  </p:childTnLst>
                                </p:cTn>
                              </p:par>
                              <p:par>
                                <p:cTn id="73" presetID="53" presetClass="entr" presetSubtype="16" fill="hold" nodeType="withEffect">
                                  <p:stCondLst>
                                    <p:cond delay="1600"/>
                                  </p:stCondLst>
                                  <p:childTnLst>
                                    <p:set>
                                      <p:cBhvr>
                                        <p:cTn id="72" dur="1" fill="hold">
                                          <p:stCondLst>
                                            <p:cond delay="0"/>
                                          </p:stCondLst>
                                        </p:cTn>
                                        <p:tgtEl>
                                          <p:spTgt spid="17"/>
                                        </p:tgtEl>
                                        <p:attrNameLst>
                                          <p:attrName>style.visibility</p:attrName>
                                        </p:attrNameLst>
                                      </p:cBhvr>
                                      <p:to>
                                        <p:strVal val="visible"/>
                                      </p:to>
                                    </p:set>
                                    <p:animEffect transition="in" filter="fade">
                                      <p:cBhvr>
                                        <p:cTn id="69" dur="500"/>
                                        <p:tgtEl>
                                          <p:spTgt spid="17"/>
                                        </p:tgtEl>
                                      </p:cBhvr>
                                    </p:animEffect>
                                    <p:anim calcmode="lin" valueType="num">
                                      <p:cBhvr additive="base">
                                        <p:cTn id="70" dur="800" fill="hold"/>
                                        <p:tgtEl>
                                          <p:spTgt spid="17"/>
                                        </p:tgtEl>
                                        <p:attrNameLst>
                                          <p:attrName>ppt_w</p:attrName>
                                        </p:attrNameLst>
                                      </p:cBhvr>
                                      <p:tavLst>
                                        <p:tav tm="0">
                                          <p:val>
                                            <p:strVal val="0"/>
                                          </p:val>
                                        </p:tav>
                                        <p:tav tm="70000">
                                          <p:val>
                                            <p:strVal val="#ppt_w*1.07"/>
                                          </p:val>
                                        </p:tav>
                                        <p:tav tm="100000">
                                          <p:val>
                                            <p:strVal val="#ppt_w"/>
                                          </p:val>
                                        </p:tav>
                                      </p:tavLst>
                                    </p:anim>
                                    <p:anim calcmode="lin" valueType="num">
                                      <p:cBhvr additive="base">
                                        <p:cTn id="71" dur="800" fill="hold"/>
                                        <p:tgtEl>
                                          <p:spTgt spid="17"/>
                                        </p:tgtEl>
                                        <p:attrNameLst>
                                          <p:attrName>ppt_h</p:attrName>
                                        </p:attrNameLst>
                                      </p:cBhvr>
                                      <p:tavLst>
                                        <p:tav tm="0">
                                          <p:val>
                                            <p:strVal val="0"/>
                                          </p:val>
                                        </p:tav>
                                        <p:tav tm="70000">
                                          <p:val>
                                            <p:strVal val="#ppt_h*1.07"/>
                                          </p:val>
                                        </p:tav>
                                        <p:tav tm="100000">
                                          <p:val>
                                            <p:strVal val="#ppt_h"/>
                                          </p:val>
                                        </p:tav>
                                      </p:tavLst>
                                    </p:anim>
                                  </p:childTnLst>
                                </p:cTn>
                              </p:par>
                              <p:par>
                                <p:cTn id="77" presetID="42" presetClass="entr" presetSubtype="0" fill="hold" nodeType="withEffect">
                                  <p:stCondLst>
                                    <p:cond delay="1800"/>
                                  </p:stCondLst>
                                  <p:childTnLst>
                                    <p:set>
                                      <p:cBhvr>
                                        <p:cTn id="76" dur="1" fill="hold">
                                          <p:stCondLst>
                                            <p:cond delay="0"/>
                                          </p:stCondLst>
                                        </p:cTn>
                                        <p:tgtEl>
                                          <p:spTgt spid="18"/>
                                        </p:tgtEl>
                                        <p:attrNameLst>
                                          <p:attrName>style.visibility</p:attrName>
                                        </p:attrNameLst>
                                      </p:cBhvr>
                                      <p:to>
                                        <p:strVal val="visible"/>
                                      </p:to>
                                    </p:set>
                                    <p:animEffect transition="in" filter="fade">
                                      <p:cBhvr>
                                        <p:cTn id="74" dur="500"/>
                                        <p:tgtEl>
                                          <p:spTgt spid="18"/>
                                        </p:tgtEl>
                                      </p:cBhvr>
                                    </p:animEffect>
                                    <p:anim calcmode="lin" valueType="num">
                                      <p:cBhvr additive="base">
                                        <p:cTn id="75" dur="800" fill="hold" decel="100000"/>
                                        <p:tgtEl>
                                          <p:spTgt spid="18"/>
                                        </p:tgtEl>
                                        <p:attrNameLst>
                                          <p:attrName>ppt_y</p:attrName>
                                        </p:attrNameLst>
                                      </p:cBhvr>
                                      <p:tavLst>
                                        <p:tav tm="0">
                                          <p:val>
                                            <p:strVal val="#ppt_y+0.06"/>
                                          </p:val>
                                        </p:tav>
                                        <p:tav tm="100000">
                                          <p:val>
                                            <p:strVal val="#ppt_y"/>
                                          </p:val>
                                        </p:tav>
                                      </p:tavLst>
                                    </p:anim>
                                  </p:childTnLst>
                                </p:cTn>
                              </p:par>
                              <p:par>
                                <p:cTn id="81" presetID="42" presetClass="entr" presetSubtype="0" fill="hold" nodeType="withEffect">
                                  <p:stCondLst>
                                    <p:cond delay="2000"/>
                                  </p:stCondLst>
                                  <p:childTnLst>
                                    <p:set>
                                      <p:cBhvr>
                                        <p:cTn id="80" dur="1" fill="hold">
                                          <p:stCondLst>
                                            <p:cond delay="0"/>
                                          </p:stCondLst>
                                        </p:cTn>
                                        <p:tgtEl>
                                          <p:spTgt spid="19"/>
                                        </p:tgtEl>
                                        <p:attrNameLst>
                                          <p:attrName>style.visibility</p:attrName>
                                        </p:attrNameLst>
                                      </p:cBhvr>
                                      <p:to>
                                        <p:strVal val="visible"/>
                                      </p:to>
                                    </p:set>
                                    <p:animEffect transition="in" filter="fade">
                                      <p:cBhvr>
                                        <p:cTn id="78" dur="500"/>
                                        <p:tgtEl>
                                          <p:spTgt spid="19"/>
                                        </p:tgtEl>
                                      </p:cBhvr>
                                    </p:animEffect>
                                    <p:anim calcmode="lin" valueType="num">
                                      <p:cBhvr additive="base">
                                        <p:cTn id="79" dur="800" fill="hold" decel="100000"/>
                                        <p:tgtEl>
                                          <p:spTgt spid="19"/>
                                        </p:tgtEl>
                                        <p:attrNameLst>
                                          <p:attrName>ppt_y</p:attrName>
                                        </p:attrNameLst>
                                      </p:cBhvr>
                                      <p:tavLst>
                                        <p:tav tm="0">
                                          <p:val>
                                            <p:strVal val="#ppt_y+0.06"/>
                                          </p:val>
                                        </p:tav>
                                        <p:tav tm="100000">
                                          <p:val>
                                            <p:strVal val="#ppt_y"/>
                                          </p:val>
                                        </p:tav>
                                      </p:tavLst>
                                    </p:anim>
                                  </p:childTnLst>
                                </p:cTn>
                              </p:par>
                              <p:par>
                                <p:cTn id="85" presetID="42" presetClass="entr" presetSubtype="0" fill="hold" nodeType="withEffect">
                                  <p:stCondLst>
                                    <p:cond delay="2150"/>
                                  </p:stCondLst>
                                  <p:childTnLst>
                                    <p:set>
                                      <p:cBhvr>
                                        <p:cTn id="84"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800" fill="hold" decel="100000"/>
                                        <p:tgtEl>
                                          <p:spTgt spid="20"/>
                                        </p:tgtEl>
                                        <p:attrNameLst>
                                          <p:attrName>ppt_y</p:attrName>
                                        </p:attrNameLst>
                                      </p:cBhvr>
                                      <p:tavLst>
                                        <p:tav tm="0">
                                          <p:val>
                                            <p:strVal val="#ppt_y+0.06"/>
                                          </p:val>
                                        </p:tav>
                                        <p:tav tm="100000">
                                          <p:val>
                                            <p:strVal val="#ppt_y"/>
                                          </p:val>
                                        </p:tav>
                                      </p:tavLst>
                                    </p:anim>
                                  </p:childTnLst>
                                </p:cTn>
                              </p:par>
                              <p:par>
                                <p:cTn id="89" presetID="42" presetClass="entr" presetSubtype="0" fill="hold" nodeType="withEffect">
                                  <p:stCondLst>
                                    <p:cond delay="2300"/>
                                  </p:stCondLst>
                                  <p:childTnLst>
                                    <p:set>
                                      <p:cBhvr>
                                        <p:cTn id="88" dur="1" fill="hold">
                                          <p:stCondLst>
                                            <p:cond delay="0"/>
                                          </p:stCondLst>
                                        </p:cTn>
                                        <p:tgtEl>
                                          <p:spTgt spid="21"/>
                                        </p:tgtEl>
                                        <p:attrNameLst>
                                          <p:attrName>style.visibility</p:attrName>
                                        </p:attrNameLst>
                                      </p:cBhvr>
                                      <p:to>
                                        <p:strVal val="visible"/>
                                      </p:to>
                                    </p:set>
                                    <p:animEffect transition="in" filter="fade">
                                      <p:cBhvr>
                                        <p:cTn id="86" dur="500"/>
                                        <p:tgtEl>
                                          <p:spTgt spid="21"/>
                                        </p:tgtEl>
                                      </p:cBhvr>
                                    </p:animEffect>
                                    <p:anim calcmode="lin" valueType="num">
                                      <p:cBhvr additive="base">
                                        <p:cTn id="87" dur="800" fill="hold" decel="100000"/>
                                        <p:tgtEl>
                                          <p:spTgt spid="21"/>
                                        </p:tgtEl>
                                        <p:attrNameLst>
                                          <p:attrName>ppt_y</p:attrName>
                                        </p:attrNameLst>
                                      </p:cBhvr>
                                      <p:tavLst>
                                        <p:tav tm="0">
                                          <p:val>
                                            <p:strVal val="#ppt_y+0.06"/>
                                          </p:val>
                                        </p:tav>
                                        <p:tav tm="100000">
                                          <p:val>
                                            <p:strVal val="#ppt_y"/>
                                          </p:val>
                                        </p:tav>
                                      </p:tavLst>
                                    </p:anim>
                                  </p:childTnLst>
                                </p:cTn>
                              </p:par>
                              <p:par>
                                <p:cTn id="95" presetID="31" presetClass="entr" presetSubtype="0" fill="hold" nodeType="withEffect">
                                  <p:stCondLst>
                                    <p:cond delay="2400"/>
                                  </p:stCondLst>
                                  <p:childTnLst>
                                    <p:set>
                                      <p:cBhvr>
                                        <p:cTn id="94" dur="1" fill="hold">
                                          <p:stCondLst>
                                            <p:cond delay="0"/>
                                          </p:stCondLst>
                                        </p:cTn>
                                        <p:tgtEl>
                                          <p:spTgt spid="24"/>
                                        </p:tgtEl>
                                        <p:attrNameLst>
                                          <p:attrName>style.visibility</p:attrName>
                                        </p:attrNameLst>
                                      </p:cBhvr>
                                      <p:to>
                                        <p:strVal val="visible"/>
                                      </p:to>
                                    </p:set>
                                    <p:animEffect transition="in" filter="fade">
                                      <p:cBhvr>
                                        <p:cTn id="90" dur="500"/>
                                        <p:tgtEl>
                                          <p:spTgt spid="24"/>
                                        </p:tgtEl>
                                      </p:cBhvr>
                                    </p:animEffect>
                                    <p:anim calcmode="lin" valueType="num">
                                      <p:cBhvr additive="base">
                                        <p:cTn id="91" dur="800" fill="hold"/>
                                        <p:tgtEl>
                                          <p:spTgt spid="24"/>
                                        </p:tgtEl>
                                        <p:attrNameLst>
                                          <p:attrName>ppt_w</p:attrName>
                                        </p:attrNameLst>
                                      </p:cBhvr>
                                      <p:tavLst>
                                        <p:tav tm="0">
                                          <p:val>
                                            <p:strVal val="0"/>
                                          </p:val>
                                        </p:tav>
                                        <p:tav tm="70000">
                                          <p:val>
                                            <p:strVal val="#ppt_w*1.07"/>
                                          </p:val>
                                        </p:tav>
                                        <p:tav tm="100000">
                                          <p:val>
                                            <p:strVal val="#ppt_w"/>
                                          </p:val>
                                        </p:tav>
                                      </p:tavLst>
                                    </p:anim>
                                    <p:anim calcmode="lin" valueType="num">
                                      <p:cBhvr additive="base">
                                        <p:cTn id="92" dur="800" fill="hold"/>
                                        <p:tgtEl>
                                          <p:spTgt spid="24"/>
                                        </p:tgtEl>
                                        <p:attrNameLst>
                                          <p:attrName>ppt_h</p:attrName>
                                        </p:attrNameLst>
                                      </p:cBhvr>
                                      <p:tavLst>
                                        <p:tav tm="0">
                                          <p:val>
                                            <p:strVal val="0"/>
                                          </p:val>
                                        </p:tav>
                                        <p:tav tm="70000">
                                          <p:val>
                                            <p:strVal val="#ppt_h*1.07"/>
                                          </p:val>
                                        </p:tav>
                                        <p:tav tm="100000">
                                          <p:val>
                                            <p:strVal val="#ppt_h"/>
                                          </p:val>
                                        </p:tav>
                                      </p:tavLst>
                                    </p:anim>
                                    <p:anim calcmode="lin" valueType="num">
                                      <p:cBhvr>
                                        <p:cTn id="93" dur="800" fill="hold" decel="100000"/>
                                        <p:tgtEl>
                                          <p:spTgt spid="24"/>
                                        </p:tgtEl>
                                        <p:attrNameLst>
                                          <p:attrName>style.rotation</p:attrName>
                                        </p:attrNameLst>
                                      </p:cBhvr>
                                      <p:tavLst>
                                        <p:tav tm="0">
                                          <p:val>
                                            <p:fltVal val="-190"/>
                                          </p:val>
                                        </p:tav>
                                        <p:tav tm="100000">
                                          <p:val>
                                            <p:fltVal val="1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pic>
        <p:nvPicPr>
          <p:cNvPr id="3" name="Picture 2" descr="s4_00.png"/>
          <p:cNvPicPr>
            <a:picLocks noChangeAspect="1"/>
          </p:cNvPicPr>
          <p:nvPr/>
        </p:nvPicPr>
        <p:blipFill>
          <a:blip r:embed="rId3"/>
          <a:stretch>
            <a:fillRect/>
          </a:stretch>
        </p:blipFill>
        <p:spPr>
          <a:xfrm>
            <a:off x="317500" y="63500"/>
            <a:ext cx="4532808" cy="1104900"/>
          </a:xfrm>
          <a:prstGeom prst="rect">
            <a:avLst/>
          </a:prstGeom>
        </p:spPr>
      </p:pic>
      <p:pic>
        <p:nvPicPr>
          <p:cNvPr id="4" name="Picture 3" descr="s4_01.png"/>
          <p:cNvPicPr>
            <a:picLocks noChangeAspect="1"/>
          </p:cNvPicPr>
          <p:nvPr/>
        </p:nvPicPr>
        <p:blipFill>
          <a:blip r:embed="rId4"/>
          <a:stretch>
            <a:fillRect/>
          </a:stretch>
        </p:blipFill>
        <p:spPr>
          <a:xfrm>
            <a:off x="317500" y="520700"/>
            <a:ext cx="11557000" cy="1346200"/>
          </a:xfrm>
          <a:prstGeom prst="rect">
            <a:avLst/>
          </a:prstGeom>
        </p:spPr>
      </p:pic>
      <p:pic>
        <p:nvPicPr>
          <p:cNvPr id="5" name="Picture 4" descr="s4_02.png"/>
          <p:cNvPicPr>
            <a:picLocks noChangeAspect="1"/>
          </p:cNvPicPr>
          <p:nvPr/>
        </p:nvPicPr>
        <p:blipFill>
          <a:blip r:embed="rId5"/>
          <a:stretch>
            <a:fillRect/>
          </a:stretch>
        </p:blipFill>
        <p:spPr>
          <a:xfrm>
            <a:off x="317500" y="1295400"/>
            <a:ext cx="1492250" cy="1536700"/>
          </a:xfrm>
          <a:prstGeom prst="rect">
            <a:avLst/>
          </a:prstGeom>
        </p:spPr>
      </p:pic>
      <p:pic>
        <p:nvPicPr>
          <p:cNvPr id="6" name="Picture 5" descr="s4_03.png"/>
          <p:cNvPicPr>
            <a:picLocks noChangeAspect="1"/>
          </p:cNvPicPr>
          <p:nvPr/>
        </p:nvPicPr>
        <p:blipFill>
          <a:blip r:embed="rId6"/>
          <a:stretch>
            <a:fillRect/>
          </a:stretch>
        </p:blipFill>
        <p:spPr>
          <a:xfrm>
            <a:off x="1136650" y="1295400"/>
            <a:ext cx="1492250" cy="1536700"/>
          </a:xfrm>
          <a:prstGeom prst="rect">
            <a:avLst/>
          </a:prstGeom>
        </p:spPr>
      </p:pic>
      <p:pic>
        <p:nvPicPr>
          <p:cNvPr id="7" name="Picture 6" descr="s4_04.png"/>
          <p:cNvPicPr>
            <a:picLocks noChangeAspect="1"/>
          </p:cNvPicPr>
          <p:nvPr/>
        </p:nvPicPr>
        <p:blipFill>
          <a:blip r:embed="rId7"/>
          <a:stretch>
            <a:fillRect/>
          </a:stretch>
        </p:blipFill>
        <p:spPr>
          <a:xfrm>
            <a:off x="1955800" y="1295400"/>
            <a:ext cx="1492250" cy="1536700"/>
          </a:xfrm>
          <a:prstGeom prst="rect">
            <a:avLst/>
          </a:prstGeom>
        </p:spPr>
      </p:pic>
      <p:pic>
        <p:nvPicPr>
          <p:cNvPr id="8" name="Picture 7" descr="s4_13.png"/>
          <p:cNvPicPr>
            <a:picLocks noChangeAspect="1"/>
          </p:cNvPicPr>
          <p:nvPr/>
        </p:nvPicPr>
        <p:blipFill>
          <a:blip r:embed="rId8"/>
          <a:stretch>
            <a:fillRect/>
          </a:stretch>
        </p:blipFill>
        <p:spPr>
          <a:xfrm>
            <a:off x="5524500" y="1295400"/>
            <a:ext cx="6350000" cy="4279900"/>
          </a:xfrm>
          <a:prstGeom prst="rect">
            <a:avLst/>
          </a:prstGeom>
        </p:spPr>
      </p:pic>
      <p:pic>
        <p:nvPicPr>
          <p:cNvPr id="9" name="Picture 8" descr="s4_05.png"/>
          <p:cNvPicPr>
            <a:picLocks noChangeAspect="1"/>
          </p:cNvPicPr>
          <p:nvPr/>
        </p:nvPicPr>
        <p:blipFill>
          <a:blip r:embed="rId9"/>
          <a:stretch>
            <a:fillRect/>
          </a:stretch>
        </p:blipFill>
        <p:spPr>
          <a:xfrm>
            <a:off x="2774950" y="1295400"/>
            <a:ext cx="1492250" cy="1536700"/>
          </a:xfrm>
          <a:prstGeom prst="rect">
            <a:avLst/>
          </a:prstGeom>
        </p:spPr>
      </p:pic>
      <p:pic>
        <p:nvPicPr>
          <p:cNvPr id="10" name="Picture 9" descr="s4_06.png"/>
          <p:cNvPicPr>
            <a:picLocks noChangeAspect="1"/>
          </p:cNvPicPr>
          <p:nvPr/>
        </p:nvPicPr>
        <p:blipFill>
          <a:blip r:embed="rId10"/>
          <a:stretch>
            <a:fillRect/>
          </a:stretch>
        </p:blipFill>
        <p:spPr>
          <a:xfrm>
            <a:off x="3594100" y="1295400"/>
            <a:ext cx="1492250" cy="1536700"/>
          </a:xfrm>
          <a:prstGeom prst="rect">
            <a:avLst/>
          </a:prstGeom>
        </p:spPr>
      </p:pic>
      <p:pic>
        <p:nvPicPr>
          <p:cNvPr id="11" name="Picture 10" descr="s4_07.png"/>
          <p:cNvPicPr>
            <a:picLocks noChangeAspect="1"/>
          </p:cNvPicPr>
          <p:nvPr/>
        </p:nvPicPr>
        <p:blipFill>
          <a:blip r:embed="rId11"/>
          <a:stretch>
            <a:fillRect/>
          </a:stretch>
        </p:blipFill>
        <p:spPr>
          <a:xfrm>
            <a:off x="4413250" y="1295400"/>
            <a:ext cx="1492250" cy="1536700"/>
          </a:xfrm>
          <a:prstGeom prst="rect">
            <a:avLst/>
          </a:prstGeom>
        </p:spPr>
      </p:pic>
      <p:pic>
        <p:nvPicPr>
          <p:cNvPr id="12" name="Picture 11" descr="s4_08.png"/>
          <p:cNvPicPr>
            <a:picLocks noChangeAspect="1"/>
          </p:cNvPicPr>
          <p:nvPr/>
        </p:nvPicPr>
        <p:blipFill>
          <a:blip r:embed="rId12"/>
          <a:stretch>
            <a:fillRect/>
          </a:stretch>
        </p:blipFill>
        <p:spPr>
          <a:xfrm>
            <a:off x="317500" y="2235200"/>
            <a:ext cx="5588000" cy="1130300"/>
          </a:xfrm>
          <a:prstGeom prst="rect">
            <a:avLst/>
          </a:prstGeom>
        </p:spPr>
      </p:pic>
      <p:pic>
        <p:nvPicPr>
          <p:cNvPr id="13" name="Picture 12" descr="s4_09.png"/>
          <p:cNvPicPr>
            <a:picLocks noChangeAspect="1"/>
          </p:cNvPicPr>
          <p:nvPr/>
        </p:nvPicPr>
        <p:blipFill>
          <a:blip r:embed="rId13"/>
          <a:stretch>
            <a:fillRect/>
          </a:stretch>
        </p:blipFill>
        <p:spPr>
          <a:xfrm>
            <a:off x="317500" y="2768600"/>
            <a:ext cx="5588000" cy="1206500"/>
          </a:xfrm>
          <a:prstGeom prst="rect">
            <a:avLst/>
          </a:prstGeom>
        </p:spPr>
      </p:pic>
      <p:pic>
        <p:nvPicPr>
          <p:cNvPr id="14" name="Picture 13" descr="s4_10.png"/>
          <p:cNvPicPr>
            <a:picLocks noChangeAspect="1"/>
          </p:cNvPicPr>
          <p:nvPr/>
        </p:nvPicPr>
        <p:blipFill>
          <a:blip r:embed="rId14"/>
          <a:stretch>
            <a:fillRect/>
          </a:stretch>
        </p:blipFill>
        <p:spPr>
          <a:xfrm>
            <a:off x="317500" y="3302000"/>
            <a:ext cx="5588000" cy="1206500"/>
          </a:xfrm>
          <a:prstGeom prst="rect">
            <a:avLst/>
          </a:prstGeom>
        </p:spPr>
      </p:pic>
      <p:pic>
        <p:nvPicPr>
          <p:cNvPr id="15" name="Picture 14" descr="s4_11.png"/>
          <p:cNvPicPr>
            <a:picLocks noChangeAspect="1"/>
          </p:cNvPicPr>
          <p:nvPr/>
        </p:nvPicPr>
        <p:blipFill>
          <a:blip r:embed="rId15"/>
          <a:stretch>
            <a:fillRect/>
          </a:stretch>
        </p:blipFill>
        <p:spPr>
          <a:xfrm>
            <a:off x="317500" y="3835400"/>
            <a:ext cx="5588000" cy="1206500"/>
          </a:xfrm>
          <a:prstGeom prst="rect">
            <a:avLst/>
          </a:prstGeom>
        </p:spPr>
      </p:pic>
      <p:pic>
        <p:nvPicPr>
          <p:cNvPr id="16" name="Picture 15" descr="s4_12.png"/>
          <p:cNvPicPr>
            <a:picLocks noChangeAspect="1"/>
          </p:cNvPicPr>
          <p:nvPr/>
        </p:nvPicPr>
        <p:blipFill>
          <a:blip r:embed="rId16"/>
          <a:stretch>
            <a:fillRect/>
          </a:stretch>
        </p:blipFill>
        <p:spPr>
          <a:xfrm>
            <a:off x="317500" y="4368800"/>
            <a:ext cx="5588000" cy="1206500"/>
          </a:xfrm>
          <a:prstGeom prst="rect">
            <a:avLst/>
          </a:prstGeom>
        </p:spPr>
      </p:pic>
      <p:pic>
        <p:nvPicPr>
          <p:cNvPr id="17" name="Picture 16" descr="s4_14.png"/>
          <p:cNvPicPr>
            <a:picLocks noChangeAspect="1"/>
          </p:cNvPicPr>
          <p:nvPr/>
        </p:nvPicPr>
        <p:blipFill>
          <a:blip r:embed="rId17"/>
          <a:stretch>
            <a:fillRect/>
          </a:stretch>
        </p:blipFill>
        <p:spPr>
          <a:xfrm>
            <a:off x="317500" y="5473700"/>
            <a:ext cx="11557000" cy="1130300"/>
          </a:xfrm>
          <a:prstGeom prst="rect">
            <a:avLst/>
          </a:prstGeom>
        </p:spPr>
      </p:pic>
      <p:grpSp>
        <p:nvGrpSpPr>
          <p:cNvPr id="20" name="Group 19"/>
          <p:cNvGrpSpPr/>
          <p:nvPr/>
        </p:nvGrpSpPr>
        <p:grpSpPr>
          <a:xfrm rot="21120000">
            <a:off x="10629900" y="215900"/>
            <a:ext cx="1219200" cy="1219200"/>
            <a:chOff x="10629900" y="215900"/>
            <a:chExt cx="1219200" cy="1219200"/>
          </a:xfrm>
        </p:grpSpPr>
        <p:sp>
          <p:nvSpPr>
            <p:cNvPr id="18" name="Oval 17"/>
            <p:cNvSpPr/>
            <p:nvPr/>
          </p:nvSpPr>
          <p:spPr>
            <a:xfrm>
              <a:off x="10629900" y="215900"/>
              <a:ext cx="1219200" cy="1219200"/>
            </a:xfrm>
            <a:prstGeom prst="ellipse">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iano3.gif"/>
            <p:cNvPicPr>
              <a:picLocks noChangeAspect="1"/>
            </p:cNvPicPr>
            <p:nvPr/>
          </p:nvPicPr>
          <p:blipFill>
            <a:blip r:embed="rId18"/>
            <a:srcRect l="12547" r="12547"/>
            <a:stretch>
              <a:fillRect/>
            </a:stretch>
          </p:blipFill>
          <p:spPr>
            <a:xfrm>
              <a:off x="10668000" y="254000"/>
              <a:ext cx="1143000" cy="1143000"/>
            </a:xfrm>
            <a:prstGeom prst="ellipse">
              <a:avLst/>
            </a:prstGeom>
            <a:ln w="76200">
              <a:solidFill>
                <a:srgbClr val="FFF8F0"/>
              </a:solidFill>
            </a:ln>
          </p:spPr>
        </p:pic>
      </p:grpSp>
    </p:spTree>
  </p:cSld>
  <p:clrMapOvr>
    <a:masterClrMapping/>
  </p:clrMapOvr>
  <mc:AlternateContent xmlns:mc="http://schemas.openxmlformats.org/markup-compatibility/2006" xmlns:p14="http://schemas.microsoft.com/office/powerpoint/2010/main">
    <mc:Choice Requires="p14">
      <p:transition spd="slow" p14:dur="1400">
        <p14:switch dir="r"/>
      </p:transition>
    </mc:Choice>
    <mc:Fallback>
      <p:transition spd="slow">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2" presetClass="entr" presetSubtype="1" fill="hold" nodeType="withEffect">
                                  <p:stCondLst>
                                    <p:cond delay="100"/>
                                  </p:stCondLst>
                                  <p:childTnLst>
                                    <p:set>
                                      <p:cBhvr>
                                        <p:cTn id="7"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anim calcmode="lin" valueType="num">
                                      <p:cBhvr additive="base">
                                        <p:cTn id="6" dur="800" fill="hold"/>
                                        <p:tgtEl>
                                          <p:spTgt spid="3"/>
                                        </p:tgtEl>
                                        <p:attrNameLst>
                                          <p:attrName>ppt_y</p:attrName>
                                        </p:attrNameLst>
                                      </p:cBhvr>
                                      <p:tavLst>
                                        <p:tav tm="0">
                                          <p:val>
                                            <p:strVal val="#ppt_y-0.12"/>
                                          </p:val>
                                        </p:tav>
                                        <p:tav tm="60000">
                                          <p:val>
                                            <p:strVal val="#ppt_y+0.012"/>
                                          </p:val>
                                        </p:tav>
                                        <p:tav tm="80000">
                                          <p:val>
                                            <p:strVal val="#ppt_y-0.005"/>
                                          </p:val>
                                        </p:tav>
                                        <p:tav tm="100000">
                                          <p:val>
                                            <p:strVal val="#ppt_y"/>
                                          </p:val>
                                        </p:tav>
                                      </p:tavLst>
                                    </p:anim>
                                  </p:childTnLst>
                                </p:cTn>
                              </p:par>
                              <p:par>
                                <p:cTn id="12" presetID="2" presetClass="entr" presetSubtype="8" fill="hold" nodeType="withEffect">
                                  <p:stCondLst>
                                    <p:cond delay="250"/>
                                  </p:stCondLst>
                                  <p:childTnLst>
                                    <p:set>
                                      <p:cBhvr>
                                        <p:cTn id="11"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additive="base">
                                        <p:cTn id="10" dur="800" fill="hold" decel="100000"/>
                                        <p:tgtEl>
                                          <p:spTgt spid="4"/>
                                        </p:tgtEl>
                                        <p:attrNameLst>
                                          <p:attrName>ppt_x</p:attrName>
                                        </p:attrNameLst>
                                      </p:cBhvr>
                                      <p:tavLst>
                                        <p:tav tm="0">
                                          <p:val>
                                            <p:strVal val="#ppt_x-0.06"/>
                                          </p:val>
                                        </p:tav>
                                        <p:tav tm="100000">
                                          <p:val>
                                            <p:strVal val="#ppt_x"/>
                                          </p:val>
                                        </p:tav>
                                      </p:tavLst>
                                    </p:anim>
                                  </p:childTnLst>
                                </p:cTn>
                              </p:par>
                              <p:par>
                                <p:cTn id="17" presetID="53" presetClass="entr" presetSubtype="16" fill="hold" nodeType="withEffect">
                                  <p:stCondLst>
                                    <p:cond delay="500"/>
                                  </p:stCondLst>
                                  <p:childTnLst>
                                    <p:set>
                                      <p:cBhvr>
                                        <p:cTn id="16"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additive="base">
                                        <p:cTn id="14" dur="800" fill="hold"/>
                                        <p:tgtEl>
                                          <p:spTgt spid="5"/>
                                        </p:tgtEl>
                                        <p:attrNameLst>
                                          <p:attrName>ppt_w</p:attrName>
                                        </p:attrNameLst>
                                      </p:cBhvr>
                                      <p:tavLst>
                                        <p:tav tm="0">
                                          <p:val>
                                            <p:strVal val="0"/>
                                          </p:val>
                                        </p:tav>
                                        <p:tav tm="70000">
                                          <p:val>
                                            <p:strVal val="#ppt_w*1.07"/>
                                          </p:val>
                                        </p:tav>
                                        <p:tav tm="100000">
                                          <p:val>
                                            <p:strVal val="#ppt_w"/>
                                          </p:val>
                                        </p:tav>
                                      </p:tavLst>
                                    </p:anim>
                                    <p:anim calcmode="lin" valueType="num">
                                      <p:cBhvr additive="base">
                                        <p:cTn id="15" dur="800" fill="hold"/>
                                        <p:tgtEl>
                                          <p:spTgt spid="5"/>
                                        </p:tgtEl>
                                        <p:attrNameLst>
                                          <p:attrName>ppt_h</p:attrName>
                                        </p:attrNameLst>
                                      </p:cBhvr>
                                      <p:tavLst>
                                        <p:tav tm="0">
                                          <p:val>
                                            <p:strVal val="0"/>
                                          </p:val>
                                        </p:tav>
                                        <p:tav tm="70000">
                                          <p:val>
                                            <p:strVal val="#ppt_h*1.07"/>
                                          </p:val>
                                        </p:tav>
                                        <p:tav tm="100000">
                                          <p:val>
                                            <p:strVal val="#ppt_h"/>
                                          </p:val>
                                        </p:tav>
                                      </p:tavLst>
                                    </p:anim>
                                  </p:childTnLst>
                                </p:cTn>
                              </p:par>
                              <p:par>
                                <p:cTn id="22" presetID="53" presetClass="entr" presetSubtype="16" fill="hold" nodeType="withEffect">
                                  <p:stCondLst>
                                    <p:cond delay="600"/>
                                  </p:stCondLst>
                                  <p:childTnLst>
                                    <p:set>
                                      <p:cBhvr>
                                        <p:cTn id="21"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additive="base">
                                        <p:cTn id="19" dur="800" fill="hold"/>
                                        <p:tgtEl>
                                          <p:spTgt spid="6"/>
                                        </p:tgtEl>
                                        <p:attrNameLst>
                                          <p:attrName>ppt_w</p:attrName>
                                        </p:attrNameLst>
                                      </p:cBhvr>
                                      <p:tavLst>
                                        <p:tav tm="0">
                                          <p:val>
                                            <p:strVal val="0"/>
                                          </p:val>
                                        </p:tav>
                                        <p:tav tm="70000">
                                          <p:val>
                                            <p:strVal val="#ppt_w*1.07"/>
                                          </p:val>
                                        </p:tav>
                                        <p:tav tm="100000">
                                          <p:val>
                                            <p:strVal val="#ppt_w"/>
                                          </p:val>
                                        </p:tav>
                                      </p:tavLst>
                                    </p:anim>
                                    <p:anim calcmode="lin" valueType="num">
                                      <p:cBhvr additive="base">
                                        <p:cTn id="20" dur="800" fill="hold"/>
                                        <p:tgtEl>
                                          <p:spTgt spid="6"/>
                                        </p:tgtEl>
                                        <p:attrNameLst>
                                          <p:attrName>ppt_h</p:attrName>
                                        </p:attrNameLst>
                                      </p:cBhvr>
                                      <p:tavLst>
                                        <p:tav tm="0">
                                          <p:val>
                                            <p:strVal val="0"/>
                                          </p:val>
                                        </p:tav>
                                        <p:tav tm="70000">
                                          <p:val>
                                            <p:strVal val="#ppt_h*1.07"/>
                                          </p:val>
                                        </p:tav>
                                        <p:tav tm="100000">
                                          <p:val>
                                            <p:strVal val="#ppt_h"/>
                                          </p:val>
                                        </p:tav>
                                      </p:tavLst>
                                    </p:anim>
                                  </p:childTnLst>
                                </p:cTn>
                              </p:par>
                              <p:par>
                                <p:cTn id="27" presetID="53" presetClass="entr" presetSubtype="16" fill="hold" nodeType="withEffect">
                                  <p:stCondLst>
                                    <p:cond delay="700"/>
                                  </p:stCondLst>
                                  <p:childTnLst>
                                    <p:set>
                                      <p:cBhvr>
                                        <p:cTn id="26"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additive="base">
                                        <p:cTn id="24" dur="800" fill="hold"/>
                                        <p:tgtEl>
                                          <p:spTgt spid="7"/>
                                        </p:tgtEl>
                                        <p:attrNameLst>
                                          <p:attrName>ppt_w</p:attrName>
                                        </p:attrNameLst>
                                      </p:cBhvr>
                                      <p:tavLst>
                                        <p:tav tm="0">
                                          <p:val>
                                            <p:strVal val="0"/>
                                          </p:val>
                                        </p:tav>
                                        <p:tav tm="70000">
                                          <p:val>
                                            <p:strVal val="#ppt_w*1.07"/>
                                          </p:val>
                                        </p:tav>
                                        <p:tav tm="100000">
                                          <p:val>
                                            <p:strVal val="#ppt_w"/>
                                          </p:val>
                                        </p:tav>
                                      </p:tavLst>
                                    </p:anim>
                                    <p:anim calcmode="lin" valueType="num">
                                      <p:cBhvr additive="base">
                                        <p:cTn id="25" dur="800" fill="hold"/>
                                        <p:tgtEl>
                                          <p:spTgt spid="7"/>
                                        </p:tgtEl>
                                        <p:attrNameLst>
                                          <p:attrName>ppt_h</p:attrName>
                                        </p:attrNameLst>
                                      </p:cBhvr>
                                      <p:tavLst>
                                        <p:tav tm="0">
                                          <p:val>
                                            <p:strVal val="0"/>
                                          </p:val>
                                        </p:tav>
                                        <p:tav tm="70000">
                                          <p:val>
                                            <p:strVal val="#ppt_h*1.07"/>
                                          </p:val>
                                        </p:tav>
                                        <p:tav tm="100000">
                                          <p:val>
                                            <p:strVal val="#ppt_h"/>
                                          </p:val>
                                        </p:tav>
                                      </p:tavLst>
                                    </p:anim>
                                  </p:childTnLst>
                                </p:cTn>
                              </p:par>
                              <p:par>
                                <p:cTn id="31" presetID="2" presetClass="entr" presetSubtype="2" fill="hold" nodeType="withEffect">
                                  <p:stCondLst>
                                    <p:cond delay="700"/>
                                  </p:stCondLst>
                                  <p:childTnLst>
                                    <p:set>
                                      <p:cBhvr>
                                        <p:cTn id="30"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additive="base">
                                        <p:cTn id="29" dur="800" fill="hold" decel="100000"/>
                                        <p:tgtEl>
                                          <p:spTgt spid="8"/>
                                        </p:tgtEl>
                                        <p:attrNameLst>
                                          <p:attrName>ppt_x</p:attrName>
                                        </p:attrNameLst>
                                      </p:cBhvr>
                                      <p:tavLst>
                                        <p:tav tm="0">
                                          <p:val>
                                            <p:strVal val="#ppt_x+0.06"/>
                                          </p:val>
                                        </p:tav>
                                        <p:tav tm="100000">
                                          <p:val>
                                            <p:strVal val="#ppt_x"/>
                                          </p:val>
                                        </p:tav>
                                      </p:tavLst>
                                    </p:anim>
                                  </p:childTnLst>
                                </p:cTn>
                              </p:par>
                              <p:par>
                                <p:cTn id="36" presetID="53" presetClass="entr" presetSubtype="16" fill="hold" nodeType="withEffect">
                                  <p:stCondLst>
                                    <p:cond delay="800"/>
                                  </p:stCondLst>
                                  <p:childTnLst>
                                    <p:set>
                                      <p:cBhvr>
                                        <p:cTn id="35"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additive="base">
                                        <p:cTn id="33" dur="800" fill="hold"/>
                                        <p:tgtEl>
                                          <p:spTgt spid="9"/>
                                        </p:tgtEl>
                                        <p:attrNameLst>
                                          <p:attrName>ppt_w</p:attrName>
                                        </p:attrNameLst>
                                      </p:cBhvr>
                                      <p:tavLst>
                                        <p:tav tm="0">
                                          <p:val>
                                            <p:strVal val="0"/>
                                          </p:val>
                                        </p:tav>
                                        <p:tav tm="70000">
                                          <p:val>
                                            <p:strVal val="#ppt_w*1.07"/>
                                          </p:val>
                                        </p:tav>
                                        <p:tav tm="100000">
                                          <p:val>
                                            <p:strVal val="#ppt_w"/>
                                          </p:val>
                                        </p:tav>
                                      </p:tavLst>
                                    </p:anim>
                                    <p:anim calcmode="lin" valueType="num">
                                      <p:cBhvr additive="base">
                                        <p:cTn id="34" dur="800" fill="hold"/>
                                        <p:tgtEl>
                                          <p:spTgt spid="9"/>
                                        </p:tgtEl>
                                        <p:attrNameLst>
                                          <p:attrName>ppt_h</p:attrName>
                                        </p:attrNameLst>
                                      </p:cBhvr>
                                      <p:tavLst>
                                        <p:tav tm="0">
                                          <p:val>
                                            <p:strVal val="0"/>
                                          </p:val>
                                        </p:tav>
                                        <p:tav tm="70000">
                                          <p:val>
                                            <p:strVal val="#ppt_h*1.07"/>
                                          </p:val>
                                        </p:tav>
                                        <p:tav tm="100000">
                                          <p:val>
                                            <p:strVal val="#ppt_h"/>
                                          </p:val>
                                        </p:tav>
                                      </p:tavLst>
                                    </p:anim>
                                  </p:childTnLst>
                                </p:cTn>
                              </p:par>
                              <p:par>
                                <p:cTn id="41" presetID="53" presetClass="entr" presetSubtype="16" fill="hold" nodeType="withEffect">
                                  <p:stCondLst>
                                    <p:cond delay="900"/>
                                  </p:stCondLst>
                                  <p:childTnLst>
                                    <p:set>
                                      <p:cBhvr>
                                        <p:cTn id="40"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anim calcmode="lin" valueType="num">
                                      <p:cBhvr additive="base">
                                        <p:cTn id="38" dur="800" fill="hold"/>
                                        <p:tgtEl>
                                          <p:spTgt spid="10"/>
                                        </p:tgtEl>
                                        <p:attrNameLst>
                                          <p:attrName>ppt_w</p:attrName>
                                        </p:attrNameLst>
                                      </p:cBhvr>
                                      <p:tavLst>
                                        <p:tav tm="0">
                                          <p:val>
                                            <p:strVal val="0"/>
                                          </p:val>
                                        </p:tav>
                                        <p:tav tm="70000">
                                          <p:val>
                                            <p:strVal val="#ppt_w*1.07"/>
                                          </p:val>
                                        </p:tav>
                                        <p:tav tm="100000">
                                          <p:val>
                                            <p:strVal val="#ppt_w"/>
                                          </p:val>
                                        </p:tav>
                                      </p:tavLst>
                                    </p:anim>
                                    <p:anim calcmode="lin" valueType="num">
                                      <p:cBhvr additive="base">
                                        <p:cTn id="39" dur="800" fill="hold"/>
                                        <p:tgtEl>
                                          <p:spTgt spid="10"/>
                                        </p:tgtEl>
                                        <p:attrNameLst>
                                          <p:attrName>ppt_h</p:attrName>
                                        </p:attrNameLst>
                                      </p:cBhvr>
                                      <p:tavLst>
                                        <p:tav tm="0">
                                          <p:val>
                                            <p:strVal val="0"/>
                                          </p:val>
                                        </p:tav>
                                        <p:tav tm="70000">
                                          <p:val>
                                            <p:strVal val="#ppt_h*1.07"/>
                                          </p:val>
                                        </p:tav>
                                        <p:tav tm="100000">
                                          <p:val>
                                            <p:strVal val="#ppt_h"/>
                                          </p:val>
                                        </p:tav>
                                      </p:tavLst>
                                    </p:anim>
                                  </p:childTnLst>
                                </p:cTn>
                              </p:par>
                              <p:par>
                                <p:cTn id="46" presetID="53" presetClass="entr" presetSubtype="16" fill="hold" nodeType="withEffect">
                                  <p:stCondLst>
                                    <p:cond delay="10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anim calcmode="lin" valueType="num">
                                      <p:cBhvr additive="base">
                                        <p:cTn id="43" dur="800" fill="hold"/>
                                        <p:tgtEl>
                                          <p:spTgt spid="11"/>
                                        </p:tgtEl>
                                        <p:attrNameLst>
                                          <p:attrName>ppt_w</p:attrName>
                                        </p:attrNameLst>
                                      </p:cBhvr>
                                      <p:tavLst>
                                        <p:tav tm="0">
                                          <p:val>
                                            <p:strVal val="0"/>
                                          </p:val>
                                        </p:tav>
                                        <p:tav tm="70000">
                                          <p:val>
                                            <p:strVal val="#ppt_w*1.07"/>
                                          </p:val>
                                        </p:tav>
                                        <p:tav tm="100000">
                                          <p:val>
                                            <p:strVal val="#ppt_w"/>
                                          </p:val>
                                        </p:tav>
                                      </p:tavLst>
                                    </p:anim>
                                    <p:anim calcmode="lin" valueType="num">
                                      <p:cBhvr additive="base">
                                        <p:cTn id="44" dur="800" fill="hold"/>
                                        <p:tgtEl>
                                          <p:spTgt spid="11"/>
                                        </p:tgtEl>
                                        <p:attrNameLst>
                                          <p:attrName>ppt_h</p:attrName>
                                        </p:attrNameLst>
                                      </p:cBhvr>
                                      <p:tavLst>
                                        <p:tav tm="0">
                                          <p:val>
                                            <p:strVal val="0"/>
                                          </p:val>
                                        </p:tav>
                                        <p:tav tm="70000">
                                          <p:val>
                                            <p:strVal val="#ppt_h*1.07"/>
                                          </p:val>
                                        </p:tav>
                                        <p:tav tm="100000">
                                          <p:val>
                                            <p:strVal val="#ppt_h"/>
                                          </p:val>
                                        </p:tav>
                                      </p:tavLst>
                                    </p:anim>
                                  </p:childTnLst>
                                </p:cTn>
                              </p:par>
                              <p:par>
                                <p:cTn id="50" presetID="42" presetClass="entr" presetSubtype="0" fill="hold" nodeType="withEffect">
                                  <p:stCondLst>
                                    <p:cond delay="1100"/>
                                  </p:stCondLst>
                                  <p:childTnLst>
                                    <p:set>
                                      <p:cBhvr>
                                        <p:cTn id="49"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additive="base">
                                        <p:cTn id="48" dur="800" fill="hold" decel="100000"/>
                                        <p:tgtEl>
                                          <p:spTgt spid="12"/>
                                        </p:tgtEl>
                                        <p:attrNameLst>
                                          <p:attrName>ppt_y</p:attrName>
                                        </p:attrNameLst>
                                      </p:cBhvr>
                                      <p:tavLst>
                                        <p:tav tm="0">
                                          <p:val>
                                            <p:strVal val="#ppt_y+0.06"/>
                                          </p:val>
                                        </p:tav>
                                        <p:tav tm="100000">
                                          <p:val>
                                            <p:strVal val="#ppt_y"/>
                                          </p:val>
                                        </p:tav>
                                      </p:tavLst>
                                    </p:anim>
                                  </p:childTnLst>
                                </p:cTn>
                              </p:par>
                              <p:par>
                                <p:cTn id="54" presetID="2" presetClass="entr" presetSubtype="8" fill="hold" nodeType="withEffect">
                                  <p:stCondLst>
                                    <p:cond delay="1300"/>
                                  </p:stCondLst>
                                  <p:childTnLst>
                                    <p:set>
                                      <p:cBhvr>
                                        <p:cTn id="53"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anim calcmode="lin" valueType="num">
                                      <p:cBhvr additive="base">
                                        <p:cTn id="52" dur="800" fill="hold" decel="100000"/>
                                        <p:tgtEl>
                                          <p:spTgt spid="13"/>
                                        </p:tgtEl>
                                        <p:attrNameLst>
                                          <p:attrName>ppt_x</p:attrName>
                                        </p:attrNameLst>
                                      </p:cBhvr>
                                      <p:tavLst>
                                        <p:tav tm="0">
                                          <p:val>
                                            <p:strVal val="#ppt_x-0.06"/>
                                          </p:val>
                                        </p:tav>
                                        <p:tav tm="100000">
                                          <p:val>
                                            <p:strVal val="#ppt_x"/>
                                          </p:val>
                                        </p:tav>
                                      </p:tavLst>
                                    </p:anim>
                                  </p:childTnLst>
                                </p:cTn>
                              </p:par>
                              <p:par>
                                <p:cTn id="58" presetID="2" presetClass="entr" presetSubtype="8" fill="hold" nodeType="withEffect">
                                  <p:stCondLst>
                                    <p:cond delay="1450"/>
                                  </p:stCondLst>
                                  <p:childTnLst>
                                    <p:set>
                                      <p:cBhvr>
                                        <p:cTn id="57"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anim calcmode="lin" valueType="num">
                                      <p:cBhvr additive="base">
                                        <p:cTn id="56" dur="800" fill="hold" decel="100000"/>
                                        <p:tgtEl>
                                          <p:spTgt spid="14"/>
                                        </p:tgtEl>
                                        <p:attrNameLst>
                                          <p:attrName>ppt_x</p:attrName>
                                        </p:attrNameLst>
                                      </p:cBhvr>
                                      <p:tavLst>
                                        <p:tav tm="0">
                                          <p:val>
                                            <p:strVal val="#ppt_x-0.06"/>
                                          </p:val>
                                        </p:tav>
                                        <p:tav tm="100000">
                                          <p:val>
                                            <p:strVal val="#ppt_x"/>
                                          </p:val>
                                        </p:tav>
                                      </p:tavLst>
                                    </p:anim>
                                  </p:childTnLst>
                                </p:cTn>
                              </p:par>
                              <p:par>
                                <p:cTn id="62" presetID="2" presetClass="entr" presetSubtype="8" fill="hold" nodeType="withEffect">
                                  <p:stCondLst>
                                    <p:cond delay="1600"/>
                                  </p:stCondLst>
                                  <p:childTnLst>
                                    <p:set>
                                      <p:cBhvr>
                                        <p:cTn id="61"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additive="base">
                                        <p:cTn id="60" dur="800" fill="hold" decel="100000"/>
                                        <p:tgtEl>
                                          <p:spTgt spid="15"/>
                                        </p:tgtEl>
                                        <p:attrNameLst>
                                          <p:attrName>ppt_x</p:attrName>
                                        </p:attrNameLst>
                                      </p:cBhvr>
                                      <p:tavLst>
                                        <p:tav tm="0">
                                          <p:val>
                                            <p:strVal val="#ppt_x-0.06"/>
                                          </p:val>
                                        </p:tav>
                                        <p:tav tm="100000">
                                          <p:val>
                                            <p:strVal val="#ppt_x"/>
                                          </p:val>
                                        </p:tav>
                                      </p:tavLst>
                                    </p:anim>
                                  </p:childTnLst>
                                </p:cTn>
                              </p:par>
                              <p:par>
                                <p:cTn id="66" presetID="2" presetClass="entr" presetSubtype="8" fill="hold" nodeType="withEffect">
                                  <p:stCondLst>
                                    <p:cond delay="1750"/>
                                  </p:stCondLst>
                                  <p:childTnLst>
                                    <p:set>
                                      <p:cBhvr>
                                        <p:cTn id="65" dur="1" fill="hold">
                                          <p:stCondLst>
                                            <p:cond delay="0"/>
                                          </p:stCondLst>
                                        </p:cTn>
                                        <p:tgtEl>
                                          <p:spTgt spid="16"/>
                                        </p:tgtEl>
                                        <p:attrNameLst>
                                          <p:attrName>style.visibility</p:attrName>
                                        </p:attrNameLst>
                                      </p:cBhvr>
                                      <p:to>
                                        <p:strVal val="visible"/>
                                      </p:to>
                                    </p:set>
                                    <p:animEffect transition="in" filter="fade">
                                      <p:cBhvr>
                                        <p:cTn id="63" dur="500"/>
                                        <p:tgtEl>
                                          <p:spTgt spid="16"/>
                                        </p:tgtEl>
                                      </p:cBhvr>
                                    </p:animEffect>
                                    <p:anim calcmode="lin" valueType="num">
                                      <p:cBhvr additive="base">
                                        <p:cTn id="64" dur="800" fill="hold" decel="100000"/>
                                        <p:tgtEl>
                                          <p:spTgt spid="16"/>
                                        </p:tgtEl>
                                        <p:attrNameLst>
                                          <p:attrName>ppt_x</p:attrName>
                                        </p:attrNameLst>
                                      </p:cBhvr>
                                      <p:tavLst>
                                        <p:tav tm="0">
                                          <p:val>
                                            <p:strVal val="#ppt_x-0.06"/>
                                          </p:val>
                                        </p:tav>
                                        <p:tav tm="100000">
                                          <p:val>
                                            <p:strVal val="#ppt_x"/>
                                          </p:val>
                                        </p:tav>
                                      </p:tavLst>
                                    </p:anim>
                                  </p:childTnLst>
                                </p:cTn>
                              </p:par>
                              <p:par>
                                <p:cTn id="70" presetID="42" presetClass="entr" presetSubtype="0" fill="hold" nodeType="withEffect">
                                  <p:stCondLst>
                                    <p:cond delay="2000"/>
                                  </p:stCondLst>
                                  <p:childTnLst>
                                    <p:set>
                                      <p:cBhvr>
                                        <p:cTn id="69"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800" fill="hold" decel="100000"/>
                                        <p:tgtEl>
                                          <p:spTgt spid="17"/>
                                        </p:tgtEl>
                                        <p:attrNameLst>
                                          <p:attrName>ppt_y</p:attrName>
                                        </p:attrNameLst>
                                      </p:cBhvr>
                                      <p:tavLst>
                                        <p:tav tm="0">
                                          <p:val>
                                            <p:strVal val="#ppt_y+0.06"/>
                                          </p:val>
                                        </p:tav>
                                        <p:tav tm="100000">
                                          <p:val>
                                            <p:strVal val="#ppt_y"/>
                                          </p:val>
                                        </p:tav>
                                      </p:tavLst>
                                    </p:anim>
                                  </p:childTnLst>
                                </p:cTn>
                              </p:par>
                              <p:par>
                                <p:cTn id="76" presetID="31" presetClass="entr" presetSubtype="0" fill="hold" nodeType="withEffect">
                                  <p:stCondLst>
                                    <p:cond delay="2200"/>
                                  </p:stCondLst>
                                  <p:childTnLst>
                                    <p:set>
                                      <p:cBhvr>
                                        <p:cTn id="75" dur="1" fill="hold">
                                          <p:stCondLst>
                                            <p:cond delay="0"/>
                                          </p:stCondLst>
                                        </p:cTn>
                                        <p:tgtEl>
                                          <p:spTgt spid="20"/>
                                        </p:tgtEl>
                                        <p:attrNameLst>
                                          <p:attrName>style.visibility</p:attrName>
                                        </p:attrNameLst>
                                      </p:cBhvr>
                                      <p:to>
                                        <p:strVal val="visible"/>
                                      </p:to>
                                    </p:set>
                                    <p:animEffect transition="in" filter="fade">
                                      <p:cBhvr>
                                        <p:cTn id="71" dur="500"/>
                                        <p:tgtEl>
                                          <p:spTgt spid="20"/>
                                        </p:tgtEl>
                                      </p:cBhvr>
                                    </p:animEffect>
                                    <p:anim calcmode="lin" valueType="num">
                                      <p:cBhvr additive="base">
                                        <p:cTn id="72" dur="800" fill="hold"/>
                                        <p:tgtEl>
                                          <p:spTgt spid="20"/>
                                        </p:tgtEl>
                                        <p:attrNameLst>
                                          <p:attrName>ppt_w</p:attrName>
                                        </p:attrNameLst>
                                      </p:cBhvr>
                                      <p:tavLst>
                                        <p:tav tm="0">
                                          <p:val>
                                            <p:strVal val="0"/>
                                          </p:val>
                                        </p:tav>
                                        <p:tav tm="70000">
                                          <p:val>
                                            <p:strVal val="#ppt_w*1.07"/>
                                          </p:val>
                                        </p:tav>
                                        <p:tav tm="100000">
                                          <p:val>
                                            <p:strVal val="#ppt_w"/>
                                          </p:val>
                                        </p:tav>
                                      </p:tavLst>
                                    </p:anim>
                                    <p:anim calcmode="lin" valueType="num">
                                      <p:cBhvr additive="base">
                                        <p:cTn id="73" dur="800" fill="hold"/>
                                        <p:tgtEl>
                                          <p:spTgt spid="20"/>
                                        </p:tgtEl>
                                        <p:attrNameLst>
                                          <p:attrName>ppt_h</p:attrName>
                                        </p:attrNameLst>
                                      </p:cBhvr>
                                      <p:tavLst>
                                        <p:tav tm="0">
                                          <p:val>
                                            <p:strVal val="0"/>
                                          </p:val>
                                        </p:tav>
                                        <p:tav tm="70000">
                                          <p:val>
                                            <p:strVal val="#ppt_h*1.07"/>
                                          </p:val>
                                        </p:tav>
                                        <p:tav tm="100000">
                                          <p:val>
                                            <p:strVal val="#ppt_h"/>
                                          </p:val>
                                        </p:tav>
                                      </p:tavLst>
                                    </p:anim>
                                    <p:anim calcmode="lin" valueType="num">
                                      <p:cBhvr>
                                        <p:cTn id="74" dur="800" fill="hold" decel="100000"/>
                                        <p:tgtEl>
                                          <p:spTgt spid="20"/>
                                        </p:tgtEl>
                                        <p:attrNameLst>
                                          <p:attrName>style.rotation</p:attrName>
                                        </p:attrNameLst>
                                      </p:cBhvr>
                                      <p:tavLst>
                                        <p:tav tm="0">
                                          <p:val>
                                            <p:fltVal val="-208"/>
                                          </p:val>
                                        </p:tav>
                                        <p:tav tm="100000">
                                          <p:val>
                                            <p:fltVal val="-8"/>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pic>
        <p:nvPicPr>
          <p:cNvPr id="3" name="Picture 2" descr="s5_00.png"/>
          <p:cNvPicPr>
            <a:picLocks noChangeAspect="1"/>
          </p:cNvPicPr>
          <p:nvPr/>
        </p:nvPicPr>
        <p:blipFill>
          <a:blip r:embed="rId3"/>
          <a:stretch>
            <a:fillRect/>
          </a:stretch>
        </p:blipFill>
        <p:spPr>
          <a:xfrm>
            <a:off x="317500" y="63500"/>
            <a:ext cx="2600126" cy="1104900"/>
          </a:xfrm>
          <a:prstGeom prst="rect">
            <a:avLst/>
          </a:prstGeom>
        </p:spPr>
      </p:pic>
      <p:pic>
        <p:nvPicPr>
          <p:cNvPr id="4" name="Picture 3" descr="s5_01.png"/>
          <p:cNvPicPr>
            <a:picLocks noChangeAspect="1"/>
          </p:cNvPicPr>
          <p:nvPr/>
        </p:nvPicPr>
        <p:blipFill>
          <a:blip r:embed="rId4"/>
          <a:stretch>
            <a:fillRect/>
          </a:stretch>
        </p:blipFill>
        <p:spPr>
          <a:xfrm>
            <a:off x="317500" y="520700"/>
            <a:ext cx="9906000" cy="1282700"/>
          </a:xfrm>
          <a:prstGeom prst="rect">
            <a:avLst/>
          </a:prstGeom>
        </p:spPr>
      </p:pic>
      <p:pic>
        <p:nvPicPr>
          <p:cNvPr id="5" name="Picture 4" descr="s5_02.png"/>
          <p:cNvPicPr>
            <a:picLocks noChangeAspect="1"/>
          </p:cNvPicPr>
          <p:nvPr/>
        </p:nvPicPr>
        <p:blipFill>
          <a:blip r:embed="rId5"/>
          <a:stretch>
            <a:fillRect/>
          </a:stretch>
        </p:blipFill>
        <p:spPr>
          <a:xfrm>
            <a:off x="317500" y="1231900"/>
            <a:ext cx="3479800" cy="2561034"/>
          </a:xfrm>
          <a:prstGeom prst="rect">
            <a:avLst/>
          </a:prstGeom>
        </p:spPr>
      </p:pic>
      <p:pic>
        <p:nvPicPr>
          <p:cNvPr id="6" name="Picture 5" descr="s5_03.png"/>
          <p:cNvPicPr>
            <a:picLocks noChangeAspect="1"/>
          </p:cNvPicPr>
          <p:nvPr/>
        </p:nvPicPr>
        <p:blipFill>
          <a:blip r:embed="rId6"/>
          <a:stretch>
            <a:fillRect/>
          </a:stretch>
        </p:blipFill>
        <p:spPr>
          <a:xfrm>
            <a:off x="3213100" y="1231900"/>
            <a:ext cx="3479800" cy="2561034"/>
          </a:xfrm>
          <a:prstGeom prst="rect">
            <a:avLst/>
          </a:prstGeom>
        </p:spPr>
      </p:pic>
      <p:pic>
        <p:nvPicPr>
          <p:cNvPr id="7" name="Picture 6" descr="s5_04.png"/>
          <p:cNvPicPr>
            <a:picLocks noChangeAspect="1"/>
          </p:cNvPicPr>
          <p:nvPr/>
        </p:nvPicPr>
        <p:blipFill>
          <a:blip r:embed="rId7"/>
          <a:stretch>
            <a:fillRect/>
          </a:stretch>
        </p:blipFill>
        <p:spPr>
          <a:xfrm>
            <a:off x="6108700" y="1231900"/>
            <a:ext cx="3479800" cy="2561034"/>
          </a:xfrm>
          <a:prstGeom prst="rect">
            <a:avLst/>
          </a:prstGeom>
        </p:spPr>
      </p:pic>
      <p:pic>
        <p:nvPicPr>
          <p:cNvPr id="8" name="Picture 7" descr="s5_05.png"/>
          <p:cNvPicPr>
            <a:picLocks noChangeAspect="1"/>
          </p:cNvPicPr>
          <p:nvPr/>
        </p:nvPicPr>
        <p:blipFill>
          <a:blip r:embed="rId8"/>
          <a:stretch>
            <a:fillRect/>
          </a:stretch>
        </p:blipFill>
        <p:spPr>
          <a:xfrm>
            <a:off x="317500" y="3208734"/>
            <a:ext cx="3479800" cy="2561034"/>
          </a:xfrm>
          <a:prstGeom prst="rect">
            <a:avLst/>
          </a:prstGeom>
        </p:spPr>
      </p:pic>
      <p:pic>
        <p:nvPicPr>
          <p:cNvPr id="9" name="Picture 8" descr="s5_06.png"/>
          <p:cNvPicPr>
            <a:picLocks noChangeAspect="1"/>
          </p:cNvPicPr>
          <p:nvPr/>
        </p:nvPicPr>
        <p:blipFill>
          <a:blip r:embed="rId9"/>
          <a:stretch>
            <a:fillRect/>
          </a:stretch>
        </p:blipFill>
        <p:spPr>
          <a:xfrm>
            <a:off x="3213100" y="3208734"/>
            <a:ext cx="3479800" cy="2561034"/>
          </a:xfrm>
          <a:prstGeom prst="rect">
            <a:avLst/>
          </a:prstGeom>
        </p:spPr>
      </p:pic>
      <p:pic>
        <p:nvPicPr>
          <p:cNvPr id="10" name="Picture 9" descr="s5_07.png"/>
          <p:cNvPicPr>
            <a:picLocks noChangeAspect="1"/>
          </p:cNvPicPr>
          <p:nvPr/>
        </p:nvPicPr>
        <p:blipFill>
          <a:blip r:embed="rId10"/>
          <a:stretch>
            <a:fillRect/>
          </a:stretch>
        </p:blipFill>
        <p:spPr>
          <a:xfrm>
            <a:off x="6108700" y="3208734"/>
            <a:ext cx="3479800" cy="2561034"/>
          </a:xfrm>
          <a:prstGeom prst="rect">
            <a:avLst/>
          </a:prstGeom>
        </p:spPr>
      </p:pic>
      <p:grpSp>
        <p:nvGrpSpPr>
          <p:cNvPr id="13" name="Group 12"/>
          <p:cNvGrpSpPr/>
          <p:nvPr/>
        </p:nvGrpSpPr>
        <p:grpSpPr>
          <a:xfrm rot="360000">
            <a:off x="9804400" y="1104900"/>
            <a:ext cx="1981200" cy="1981200"/>
            <a:chOff x="9804400" y="1104900"/>
            <a:chExt cx="1981200" cy="1981200"/>
          </a:xfrm>
        </p:grpSpPr>
        <p:sp>
          <p:nvSpPr>
            <p:cNvPr id="11" name="Oval 10"/>
            <p:cNvSpPr/>
            <p:nvPr/>
          </p:nvSpPr>
          <p:spPr>
            <a:xfrm>
              <a:off x="9804400" y="1104900"/>
              <a:ext cx="1981200" cy="1981200"/>
            </a:xfrm>
            <a:prstGeom prst="ellipse">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zoom1.gif"/>
            <p:cNvPicPr>
              <a:picLocks noChangeAspect="1"/>
            </p:cNvPicPr>
            <p:nvPr/>
          </p:nvPicPr>
          <p:blipFill>
            <a:blip r:embed="rId11"/>
            <a:srcRect l="5752" r="5752"/>
            <a:stretch>
              <a:fillRect/>
            </a:stretch>
          </p:blipFill>
          <p:spPr>
            <a:xfrm>
              <a:off x="9842500" y="1143000"/>
              <a:ext cx="1905000" cy="1905000"/>
            </a:xfrm>
            <a:prstGeom prst="ellipse">
              <a:avLst/>
            </a:prstGeom>
            <a:ln w="76200">
              <a:solidFill>
                <a:srgbClr val="FFF8F0"/>
              </a:solidFill>
            </a:ln>
          </p:spPr>
        </p:pic>
      </p:grpSp>
      <p:grpSp>
        <p:nvGrpSpPr>
          <p:cNvPr id="16" name="Group 15"/>
          <p:cNvGrpSpPr/>
          <p:nvPr/>
        </p:nvGrpSpPr>
        <p:grpSpPr>
          <a:xfrm rot="21120000">
            <a:off x="9804400" y="3517900"/>
            <a:ext cx="1663700" cy="1663700"/>
            <a:chOff x="9804400" y="3517900"/>
            <a:chExt cx="1663700" cy="1663700"/>
          </a:xfrm>
        </p:grpSpPr>
        <p:sp>
          <p:nvSpPr>
            <p:cNvPr id="14" name="Oval 13"/>
            <p:cNvSpPr/>
            <p:nvPr/>
          </p:nvSpPr>
          <p:spPr>
            <a:xfrm>
              <a:off x="9804400" y="3517900"/>
              <a:ext cx="1663700" cy="1663700"/>
            </a:xfrm>
            <a:prstGeom prst="ellipse">
              <a:avLst/>
            </a:prstGeom>
            <a:solidFill>
              <a:srgbClr val="3EF2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ll2.gif"/>
            <p:cNvPicPr>
              <a:picLocks noChangeAspect="1"/>
            </p:cNvPicPr>
            <p:nvPr/>
          </p:nvPicPr>
          <p:blipFill>
            <a:blip r:embed="rId12"/>
            <a:srcRect l="21910" r="21910"/>
            <a:stretch>
              <a:fillRect/>
            </a:stretch>
          </p:blipFill>
          <p:spPr>
            <a:xfrm>
              <a:off x="9842500" y="3556000"/>
              <a:ext cx="1587500" cy="1587500"/>
            </a:xfrm>
            <a:prstGeom prst="ellipse">
              <a:avLst/>
            </a:prstGeom>
            <a:ln w="76200">
              <a:solidFill>
                <a:srgbClr val="FFF8F0"/>
              </a:solidFill>
            </a:ln>
          </p:spPr>
        </p:pic>
      </p:grpSp>
    </p:spTree>
  </p:cSld>
  <p:clrMapOvr>
    <a:masterClrMapping/>
  </p:clrMapOvr>
  <mc:AlternateContent xmlns:mc="http://schemas.openxmlformats.org/markup-compatibility/2006" xmlns:p14="http://schemas.microsoft.com/office/powerpoint/2010/main">
    <mc:Choice Requires="p14">
      <p:transition spd="slow" p14:dur="1400">
        <p14:flip dir="l"/>
      </p:transition>
    </mc:Choice>
    <mc:Fallback>
      <p:transition spd="slow">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8" presetID="2" presetClass="entr" presetSubtype="1" fill="hold" nodeType="withEffect">
                                  <p:stCondLst>
                                    <p:cond delay="100"/>
                                  </p:stCondLst>
                                  <p:childTnLst>
                                    <p:set>
                                      <p:cBhvr>
                                        <p:cTn id="7"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anim calcmode="lin" valueType="num">
                                      <p:cBhvr additive="base">
                                        <p:cTn id="6" dur="800" fill="hold"/>
                                        <p:tgtEl>
                                          <p:spTgt spid="3"/>
                                        </p:tgtEl>
                                        <p:attrNameLst>
                                          <p:attrName>ppt_y</p:attrName>
                                        </p:attrNameLst>
                                      </p:cBhvr>
                                      <p:tavLst>
                                        <p:tav tm="0">
                                          <p:val>
                                            <p:strVal val="#ppt_y-0.12"/>
                                          </p:val>
                                        </p:tav>
                                        <p:tav tm="60000">
                                          <p:val>
                                            <p:strVal val="#ppt_y+0.012"/>
                                          </p:val>
                                        </p:tav>
                                        <p:tav tm="80000">
                                          <p:val>
                                            <p:strVal val="#ppt_y-0.005"/>
                                          </p:val>
                                        </p:tav>
                                        <p:tav tm="100000">
                                          <p:val>
                                            <p:strVal val="#ppt_y"/>
                                          </p:val>
                                        </p:tav>
                                      </p:tavLst>
                                    </p:anim>
                                  </p:childTnLst>
                                </p:cTn>
                              </p:par>
                              <p:par>
                                <p:cTn id="13" presetID="53" presetClass="entr" presetSubtype="16" fill="hold" nodeType="withEffect">
                                  <p:stCondLst>
                                    <p:cond delay="250"/>
                                  </p:stCondLst>
                                  <p:childTnLst>
                                    <p:set>
                                      <p:cBhvr>
                                        <p:cTn id="12"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additive="base">
                                        <p:cTn id="10" dur="800" fill="hold"/>
                                        <p:tgtEl>
                                          <p:spTgt spid="4"/>
                                        </p:tgtEl>
                                        <p:attrNameLst>
                                          <p:attrName>ppt_w</p:attrName>
                                        </p:attrNameLst>
                                      </p:cBhvr>
                                      <p:tavLst>
                                        <p:tav tm="0">
                                          <p:val>
                                            <p:strVal val="0"/>
                                          </p:val>
                                        </p:tav>
                                        <p:tav tm="70000">
                                          <p:val>
                                            <p:strVal val="#ppt_w*1.07"/>
                                          </p:val>
                                        </p:tav>
                                        <p:tav tm="100000">
                                          <p:val>
                                            <p:strVal val="#ppt_w"/>
                                          </p:val>
                                        </p:tav>
                                      </p:tavLst>
                                    </p:anim>
                                    <p:anim calcmode="lin" valueType="num">
                                      <p:cBhvr additive="base">
                                        <p:cTn id="11" dur="800" fill="hold"/>
                                        <p:tgtEl>
                                          <p:spTgt spid="4"/>
                                        </p:tgtEl>
                                        <p:attrNameLst>
                                          <p:attrName>ppt_h</p:attrName>
                                        </p:attrNameLst>
                                      </p:cBhvr>
                                      <p:tavLst>
                                        <p:tav tm="0">
                                          <p:val>
                                            <p:strVal val="0"/>
                                          </p:val>
                                        </p:tav>
                                        <p:tav tm="70000">
                                          <p:val>
                                            <p:strVal val="#ppt_h*1.07"/>
                                          </p:val>
                                        </p:tav>
                                        <p:tav tm="100000">
                                          <p:val>
                                            <p:strVal val="#ppt_h"/>
                                          </p:val>
                                        </p:tav>
                                      </p:tavLst>
                                    </p:anim>
                                  </p:childTnLst>
                                </p:cTn>
                              </p:par>
                              <p:par>
                                <p:cTn id="18" presetID="10" presetClass="entr" presetSubtype="0" fill="hold" nodeType="withEffect">
                                  <p:stCondLst>
                                    <p:cond delay="500"/>
                                  </p:stCondLst>
                                  <p:childTnLst>
                                    <p:set>
                                      <p:cBhvr>
                                        <p:cTn id="17"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additive="base">
                                        <p:cTn id="15" dur="800" fill="hold" decel="100000"/>
                                        <p:tgtEl>
                                          <p:spTgt spid="5"/>
                                        </p:tgtEl>
                                        <p:attrNameLst>
                                          <p:attrName>ppt_h</p:attrName>
                                        </p:attrNameLst>
                                      </p:cBhvr>
                                      <p:tavLst>
                                        <p:tav tm="0">
                                          <p:val>
                                            <p:strVal val="0"/>
                                          </p:val>
                                        </p:tav>
                                        <p:tav tm="100000">
                                          <p:val>
                                            <p:strVal val="#ppt_h"/>
                                          </p:val>
                                        </p:tav>
                                      </p:tavLst>
                                    </p:anim>
                                    <p:anim calcmode="lin" valueType="num">
                                      <p:cBhvr additive="base">
                                        <p:cTn id="16" dur="800" fill="hold" decel="100000"/>
                                        <p:tgtEl>
                                          <p:spTgt spid="5"/>
                                        </p:tgtEl>
                                        <p:attrNameLst>
                                          <p:attrName>ppt_y</p:attrName>
                                        </p:attrNameLst>
                                      </p:cBhvr>
                                      <p:tavLst>
                                        <p:tav tm="0">
                                          <p:val>
                                            <p:strVal val="#ppt_y-0.03"/>
                                          </p:val>
                                        </p:tav>
                                        <p:tav tm="100000">
                                          <p:val>
                                            <p:strVal val="#ppt_y"/>
                                          </p:val>
                                        </p:tav>
                                      </p:tavLst>
                                    </p:anim>
                                  </p:childTnLst>
                                </p:cTn>
                              </p:par>
                              <p:par>
                                <p:cTn id="23" presetID="10" presetClass="entr" presetSubtype="0" fill="hold" nodeType="withEffect">
                                  <p:stCondLst>
                                    <p:cond delay="650"/>
                                  </p:stCondLst>
                                  <p:childTnLst>
                                    <p:set>
                                      <p:cBhvr>
                                        <p:cTn id="22"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additive="base">
                                        <p:cTn id="20" dur="800" fill="hold" decel="100000"/>
                                        <p:tgtEl>
                                          <p:spTgt spid="6"/>
                                        </p:tgtEl>
                                        <p:attrNameLst>
                                          <p:attrName>ppt_h</p:attrName>
                                        </p:attrNameLst>
                                      </p:cBhvr>
                                      <p:tavLst>
                                        <p:tav tm="0">
                                          <p:val>
                                            <p:strVal val="0"/>
                                          </p:val>
                                        </p:tav>
                                        <p:tav tm="100000">
                                          <p:val>
                                            <p:strVal val="#ppt_h"/>
                                          </p:val>
                                        </p:tav>
                                      </p:tavLst>
                                    </p:anim>
                                    <p:anim calcmode="lin" valueType="num">
                                      <p:cBhvr additive="base">
                                        <p:cTn id="21" dur="800" fill="hold" decel="100000"/>
                                        <p:tgtEl>
                                          <p:spTgt spid="6"/>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800"/>
                                  </p:stCondLst>
                                  <p:childTnLst>
                                    <p:set>
                                      <p:cBhvr>
                                        <p:cTn id="27"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anim calcmode="lin" valueType="num">
                                      <p:cBhvr additive="base">
                                        <p:cTn id="25" dur="800" fill="hold" decel="100000"/>
                                        <p:tgtEl>
                                          <p:spTgt spid="7"/>
                                        </p:tgtEl>
                                        <p:attrNameLst>
                                          <p:attrName>ppt_h</p:attrName>
                                        </p:attrNameLst>
                                      </p:cBhvr>
                                      <p:tavLst>
                                        <p:tav tm="0">
                                          <p:val>
                                            <p:strVal val="0"/>
                                          </p:val>
                                        </p:tav>
                                        <p:tav tm="100000">
                                          <p:val>
                                            <p:strVal val="#ppt_h"/>
                                          </p:val>
                                        </p:tav>
                                      </p:tavLst>
                                    </p:anim>
                                    <p:anim calcmode="lin" valueType="num">
                                      <p:cBhvr additive="base">
                                        <p:cTn id="26" dur="800" fill="hold" decel="100000"/>
                                        <p:tgtEl>
                                          <p:spTgt spid="7"/>
                                        </p:tgtEl>
                                        <p:attrNameLst>
                                          <p:attrName>ppt_y</p:attrName>
                                        </p:attrNameLst>
                                      </p:cBhvr>
                                      <p:tavLst>
                                        <p:tav tm="0">
                                          <p:val>
                                            <p:strVal val="#ppt_y-0.03"/>
                                          </p:val>
                                        </p:tav>
                                        <p:tav tm="100000">
                                          <p:val>
                                            <p:strVal val="#ppt_y"/>
                                          </p:val>
                                        </p:tav>
                                      </p:tavLst>
                                    </p:anim>
                                  </p:childTnLst>
                                </p:cTn>
                              </p:par>
                              <p:par>
                                <p:cTn id="33" presetID="10" presetClass="entr" presetSubtype="0" fill="hold" nodeType="withEffect">
                                  <p:stCondLst>
                                    <p:cond delay="950"/>
                                  </p:stCondLst>
                                  <p:childTnLst>
                                    <p:set>
                                      <p:cBhvr>
                                        <p:cTn id="32"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anim calcmode="lin" valueType="num">
                                      <p:cBhvr additive="base">
                                        <p:cTn id="30" dur="800" fill="hold" decel="100000"/>
                                        <p:tgtEl>
                                          <p:spTgt spid="8"/>
                                        </p:tgtEl>
                                        <p:attrNameLst>
                                          <p:attrName>ppt_h</p:attrName>
                                        </p:attrNameLst>
                                      </p:cBhvr>
                                      <p:tavLst>
                                        <p:tav tm="0">
                                          <p:val>
                                            <p:strVal val="0"/>
                                          </p:val>
                                        </p:tav>
                                        <p:tav tm="100000">
                                          <p:val>
                                            <p:strVal val="#ppt_h"/>
                                          </p:val>
                                        </p:tav>
                                      </p:tavLst>
                                    </p:anim>
                                    <p:anim calcmode="lin" valueType="num">
                                      <p:cBhvr additive="base">
                                        <p:cTn id="31" dur="800" fill="hold" decel="100000"/>
                                        <p:tgtEl>
                                          <p:spTgt spid="8"/>
                                        </p:tgtEl>
                                        <p:attrNameLst>
                                          <p:attrName>ppt_y</p:attrName>
                                        </p:attrNameLst>
                                      </p:cBhvr>
                                      <p:tavLst>
                                        <p:tav tm="0">
                                          <p:val>
                                            <p:strVal val="#ppt_y-0.03"/>
                                          </p:val>
                                        </p:tav>
                                        <p:tav tm="100000">
                                          <p:val>
                                            <p:strVal val="#ppt_y"/>
                                          </p:val>
                                        </p:tav>
                                      </p:tavLst>
                                    </p:anim>
                                  </p:childTnLst>
                                </p:cTn>
                              </p:par>
                              <p:par>
                                <p:cTn id="38" presetID="10" presetClass="entr" presetSubtype="0" fill="hold" nodeType="withEffect">
                                  <p:stCondLst>
                                    <p:cond delay="1100"/>
                                  </p:stCondLst>
                                  <p:childTnLst>
                                    <p:set>
                                      <p:cBhvr>
                                        <p:cTn id="37"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anim calcmode="lin" valueType="num">
                                      <p:cBhvr additive="base">
                                        <p:cTn id="35" dur="800" fill="hold" decel="100000"/>
                                        <p:tgtEl>
                                          <p:spTgt spid="9"/>
                                        </p:tgtEl>
                                        <p:attrNameLst>
                                          <p:attrName>ppt_h</p:attrName>
                                        </p:attrNameLst>
                                      </p:cBhvr>
                                      <p:tavLst>
                                        <p:tav tm="0">
                                          <p:val>
                                            <p:strVal val="0"/>
                                          </p:val>
                                        </p:tav>
                                        <p:tav tm="100000">
                                          <p:val>
                                            <p:strVal val="#ppt_h"/>
                                          </p:val>
                                        </p:tav>
                                      </p:tavLst>
                                    </p:anim>
                                    <p:anim calcmode="lin" valueType="num">
                                      <p:cBhvr additive="base">
                                        <p:cTn id="36" dur="800" fill="hold" decel="100000"/>
                                        <p:tgtEl>
                                          <p:spTgt spid="9"/>
                                        </p:tgtEl>
                                        <p:attrNameLst>
                                          <p:attrName>ppt_y</p:attrName>
                                        </p:attrNameLst>
                                      </p:cBhvr>
                                      <p:tavLst>
                                        <p:tav tm="0">
                                          <p:val>
                                            <p:strVal val="#ppt_y-0.03"/>
                                          </p:val>
                                        </p:tav>
                                        <p:tav tm="100000">
                                          <p:val>
                                            <p:strVal val="#ppt_y"/>
                                          </p:val>
                                        </p:tav>
                                      </p:tavLst>
                                    </p:anim>
                                  </p:childTnLst>
                                </p:cTn>
                              </p:par>
                              <p:par>
                                <p:cTn id="43" presetID="10" presetClass="entr" presetSubtype="0" fill="hold" nodeType="withEffect">
                                  <p:stCondLst>
                                    <p:cond delay="1250"/>
                                  </p:stCondLst>
                                  <p:childTnLst>
                                    <p:set>
                                      <p:cBhvr>
                                        <p:cTn id="42"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additive="base">
                                        <p:cTn id="40" dur="800" fill="hold" decel="100000"/>
                                        <p:tgtEl>
                                          <p:spTgt spid="10"/>
                                        </p:tgtEl>
                                        <p:attrNameLst>
                                          <p:attrName>ppt_h</p:attrName>
                                        </p:attrNameLst>
                                      </p:cBhvr>
                                      <p:tavLst>
                                        <p:tav tm="0">
                                          <p:val>
                                            <p:strVal val="0"/>
                                          </p:val>
                                        </p:tav>
                                        <p:tav tm="100000">
                                          <p:val>
                                            <p:strVal val="#ppt_h"/>
                                          </p:val>
                                        </p:tav>
                                      </p:tavLst>
                                    </p:anim>
                                    <p:anim calcmode="lin" valueType="num">
                                      <p:cBhvr additive="base">
                                        <p:cTn id="41" dur="800" fill="hold" decel="100000"/>
                                        <p:tgtEl>
                                          <p:spTgt spid="10"/>
                                        </p:tgtEl>
                                        <p:attrNameLst>
                                          <p:attrName>ppt_y</p:attrName>
                                        </p:attrNameLst>
                                      </p:cBhvr>
                                      <p:tavLst>
                                        <p:tav tm="0">
                                          <p:val>
                                            <p:strVal val="#ppt_y-0.03"/>
                                          </p:val>
                                        </p:tav>
                                        <p:tav tm="100000">
                                          <p:val>
                                            <p:strVal val="#ppt_y"/>
                                          </p:val>
                                        </p:tav>
                                      </p:tavLst>
                                    </p:anim>
                                  </p:childTnLst>
                                </p:cTn>
                              </p:par>
                              <p:par>
                                <p:cTn id="49" presetID="31" presetClass="entr" presetSubtype="0" fill="hold" nodeType="withEffect">
                                  <p:stCondLst>
                                    <p:cond delay="1500"/>
                                  </p:stCondLst>
                                  <p:childTnLst>
                                    <p:set>
                                      <p:cBhvr>
                                        <p:cTn id="48"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anim calcmode="lin" valueType="num">
                                      <p:cBhvr additive="base">
                                        <p:cTn id="45" dur="800" fill="hold"/>
                                        <p:tgtEl>
                                          <p:spTgt spid="13"/>
                                        </p:tgtEl>
                                        <p:attrNameLst>
                                          <p:attrName>ppt_w</p:attrName>
                                        </p:attrNameLst>
                                      </p:cBhvr>
                                      <p:tavLst>
                                        <p:tav tm="0">
                                          <p:val>
                                            <p:strVal val="0"/>
                                          </p:val>
                                        </p:tav>
                                        <p:tav tm="70000">
                                          <p:val>
                                            <p:strVal val="#ppt_w*1.07"/>
                                          </p:val>
                                        </p:tav>
                                        <p:tav tm="100000">
                                          <p:val>
                                            <p:strVal val="#ppt_w"/>
                                          </p:val>
                                        </p:tav>
                                      </p:tavLst>
                                    </p:anim>
                                    <p:anim calcmode="lin" valueType="num">
                                      <p:cBhvr additive="base">
                                        <p:cTn id="46" dur="800" fill="hold"/>
                                        <p:tgtEl>
                                          <p:spTgt spid="13"/>
                                        </p:tgtEl>
                                        <p:attrNameLst>
                                          <p:attrName>ppt_h</p:attrName>
                                        </p:attrNameLst>
                                      </p:cBhvr>
                                      <p:tavLst>
                                        <p:tav tm="0">
                                          <p:val>
                                            <p:strVal val="0"/>
                                          </p:val>
                                        </p:tav>
                                        <p:tav tm="70000">
                                          <p:val>
                                            <p:strVal val="#ppt_h*1.07"/>
                                          </p:val>
                                        </p:tav>
                                        <p:tav tm="100000">
                                          <p:val>
                                            <p:strVal val="#ppt_h"/>
                                          </p:val>
                                        </p:tav>
                                      </p:tavLst>
                                    </p:anim>
                                    <p:anim calcmode="lin" valueType="num">
                                      <p:cBhvr>
                                        <p:cTn id="47" dur="800" fill="hold" decel="100000"/>
                                        <p:tgtEl>
                                          <p:spTgt spid="13"/>
                                        </p:tgtEl>
                                        <p:attrNameLst>
                                          <p:attrName>style.rotation</p:attrName>
                                        </p:attrNameLst>
                                      </p:cBhvr>
                                      <p:tavLst>
                                        <p:tav tm="0">
                                          <p:val>
                                            <p:fltVal val="-194"/>
                                          </p:val>
                                        </p:tav>
                                        <p:tav tm="100000">
                                          <p:val>
                                            <p:fltVal val="6"/>
                                          </p:val>
                                        </p:tav>
                                      </p:tavLst>
                                    </p:anim>
                                  </p:childTnLst>
                                </p:cTn>
                              </p:par>
                              <p:par>
                                <p:cTn id="55" presetID="31" presetClass="entr" presetSubtype="0" fill="hold" nodeType="withEffect">
                                  <p:stCondLst>
                                    <p:cond delay="1700"/>
                                  </p:stCondLst>
                                  <p:childTnLst>
                                    <p:set>
                                      <p:cBhvr>
                                        <p:cTn id="54"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anim calcmode="lin" valueType="num">
                                      <p:cBhvr additive="base">
                                        <p:cTn id="51" dur="800" fill="hold"/>
                                        <p:tgtEl>
                                          <p:spTgt spid="16"/>
                                        </p:tgtEl>
                                        <p:attrNameLst>
                                          <p:attrName>ppt_w</p:attrName>
                                        </p:attrNameLst>
                                      </p:cBhvr>
                                      <p:tavLst>
                                        <p:tav tm="0">
                                          <p:val>
                                            <p:strVal val="0"/>
                                          </p:val>
                                        </p:tav>
                                        <p:tav tm="70000">
                                          <p:val>
                                            <p:strVal val="#ppt_w*1.07"/>
                                          </p:val>
                                        </p:tav>
                                        <p:tav tm="100000">
                                          <p:val>
                                            <p:strVal val="#ppt_w"/>
                                          </p:val>
                                        </p:tav>
                                      </p:tavLst>
                                    </p:anim>
                                    <p:anim calcmode="lin" valueType="num">
                                      <p:cBhvr additive="base">
                                        <p:cTn id="52" dur="800" fill="hold"/>
                                        <p:tgtEl>
                                          <p:spTgt spid="16"/>
                                        </p:tgtEl>
                                        <p:attrNameLst>
                                          <p:attrName>ppt_h</p:attrName>
                                        </p:attrNameLst>
                                      </p:cBhvr>
                                      <p:tavLst>
                                        <p:tav tm="0">
                                          <p:val>
                                            <p:strVal val="0"/>
                                          </p:val>
                                        </p:tav>
                                        <p:tav tm="70000">
                                          <p:val>
                                            <p:strVal val="#ppt_h*1.07"/>
                                          </p:val>
                                        </p:tav>
                                        <p:tav tm="100000">
                                          <p:val>
                                            <p:strVal val="#ppt_h"/>
                                          </p:val>
                                        </p:tav>
                                      </p:tavLst>
                                    </p:anim>
                                    <p:anim calcmode="lin" valueType="num">
                                      <p:cBhvr>
                                        <p:cTn id="53" dur="800" fill="hold" decel="100000"/>
                                        <p:tgtEl>
                                          <p:spTgt spid="16"/>
                                        </p:tgtEl>
                                        <p:attrNameLst>
                                          <p:attrName>style.rotation</p:attrName>
                                        </p:attrNameLst>
                                      </p:cBhvr>
                                      <p:tavLst>
                                        <p:tav tm="0">
                                          <p:val>
                                            <p:fltVal val="-208"/>
                                          </p:val>
                                        </p:tav>
                                        <p:tav tm="100000">
                                          <p:val>
                                            <p:fltVal val="-8"/>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grpSp>
        <p:nvGrpSpPr>
          <p:cNvPr id="5" name="Group 4"/>
          <p:cNvGrpSpPr/>
          <p:nvPr/>
        </p:nvGrpSpPr>
        <p:grpSpPr>
          <a:xfrm rot="21120000">
            <a:off x="660400" y="469900"/>
            <a:ext cx="1854200" cy="1854200"/>
            <a:chOff x="660400" y="469900"/>
            <a:chExt cx="1854200" cy="1854200"/>
          </a:xfrm>
        </p:grpSpPr>
        <p:sp>
          <p:nvSpPr>
            <p:cNvPr id="3" name="Oval 2"/>
            <p:cNvSpPr/>
            <p:nvPr/>
          </p:nvSpPr>
          <p:spPr>
            <a:xfrm>
              <a:off x="660400" y="469900"/>
              <a:ext cx="1854200" cy="1854200"/>
            </a:xfrm>
            <a:prstGeom prst="ellipse">
              <a:avLst/>
            </a:prstGeom>
            <a:solidFill>
              <a:srgbClr val="FF4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ll4.gif"/>
            <p:cNvPicPr>
              <a:picLocks noChangeAspect="1"/>
            </p:cNvPicPr>
            <p:nvPr/>
          </p:nvPicPr>
          <p:blipFill>
            <a:blip r:embed="rId3"/>
            <a:srcRect l="21264" r="21264"/>
            <a:stretch>
              <a:fillRect/>
            </a:stretch>
          </p:blipFill>
          <p:spPr>
            <a:xfrm>
              <a:off x="698500" y="508000"/>
              <a:ext cx="1778000" cy="1778000"/>
            </a:xfrm>
            <a:prstGeom prst="ellipse">
              <a:avLst/>
            </a:prstGeom>
            <a:ln w="76200">
              <a:solidFill>
                <a:srgbClr val="FFF8F0"/>
              </a:solidFill>
            </a:ln>
          </p:spPr>
        </p:pic>
      </p:grpSp>
      <p:grpSp>
        <p:nvGrpSpPr>
          <p:cNvPr id="8" name="Group 7"/>
          <p:cNvGrpSpPr/>
          <p:nvPr/>
        </p:nvGrpSpPr>
        <p:grpSpPr>
          <a:xfrm rot="480000">
            <a:off x="9677400" y="469900"/>
            <a:ext cx="1854200" cy="1854200"/>
            <a:chOff x="9677400" y="469900"/>
            <a:chExt cx="1854200" cy="1854200"/>
          </a:xfrm>
        </p:grpSpPr>
        <p:sp>
          <p:nvSpPr>
            <p:cNvPr id="6" name="Oval 5"/>
            <p:cNvSpPr/>
            <p:nvPr/>
          </p:nvSpPr>
          <p:spPr>
            <a:xfrm>
              <a:off x="9677400" y="469900"/>
              <a:ext cx="1854200" cy="1854200"/>
            </a:xfrm>
            <a:prstGeom prst="ellipse">
              <a:avLst/>
            </a:prstGeom>
            <a:solidFill>
              <a:srgbClr val="3EF2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iano1.gif"/>
            <p:cNvPicPr>
              <a:picLocks noChangeAspect="1"/>
            </p:cNvPicPr>
            <p:nvPr/>
          </p:nvPicPr>
          <p:blipFill>
            <a:blip r:embed="rId4"/>
            <a:srcRect l="12963" r="12963"/>
            <a:stretch>
              <a:fillRect/>
            </a:stretch>
          </p:blipFill>
          <p:spPr>
            <a:xfrm>
              <a:off x="9715500" y="508000"/>
              <a:ext cx="1778000" cy="1778000"/>
            </a:xfrm>
            <a:prstGeom prst="ellipse">
              <a:avLst/>
            </a:prstGeom>
            <a:ln w="76200">
              <a:solidFill>
                <a:srgbClr val="FFF8F0"/>
              </a:solidFill>
            </a:ln>
          </p:spPr>
        </p:pic>
      </p:grpSp>
      <p:grpSp>
        <p:nvGrpSpPr>
          <p:cNvPr id="11" name="Group 10"/>
          <p:cNvGrpSpPr/>
          <p:nvPr/>
        </p:nvGrpSpPr>
        <p:grpSpPr>
          <a:xfrm rot="360000">
            <a:off x="977900" y="4470400"/>
            <a:ext cx="1854200" cy="1854200"/>
            <a:chOff x="977900" y="4470400"/>
            <a:chExt cx="1854200" cy="1854200"/>
          </a:xfrm>
        </p:grpSpPr>
        <p:sp>
          <p:nvSpPr>
            <p:cNvPr id="9" name="Oval 8"/>
            <p:cNvSpPr/>
            <p:nvPr/>
          </p:nvSpPr>
          <p:spPr>
            <a:xfrm>
              <a:off x="977900" y="4470400"/>
              <a:ext cx="1854200" cy="1854200"/>
            </a:xfrm>
            <a:prstGeom prst="ellipse">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nce1.gif"/>
            <p:cNvPicPr>
              <a:picLocks noChangeAspect="1"/>
            </p:cNvPicPr>
            <p:nvPr/>
          </p:nvPicPr>
          <p:blipFill>
            <a:blip r:embed="rId5"/>
            <a:srcRect l="20238" r="20238"/>
            <a:stretch>
              <a:fillRect/>
            </a:stretch>
          </p:blipFill>
          <p:spPr>
            <a:xfrm>
              <a:off x="1016000" y="4508500"/>
              <a:ext cx="1778000" cy="1778000"/>
            </a:xfrm>
            <a:prstGeom prst="ellipse">
              <a:avLst/>
            </a:prstGeom>
            <a:ln w="76200">
              <a:solidFill>
                <a:srgbClr val="FFF8F0"/>
              </a:solidFill>
            </a:ln>
          </p:spPr>
        </p:pic>
      </p:grpSp>
      <p:grpSp>
        <p:nvGrpSpPr>
          <p:cNvPr id="14" name="Group 13"/>
          <p:cNvGrpSpPr/>
          <p:nvPr/>
        </p:nvGrpSpPr>
        <p:grpSpPr>
          <a:xfrm rot="21240000">
            <a:off x="9359900" y="4470400"/>
            <a:ext cx="1854200" cy="1854200"/>
            <a:chOff x="9359900" y="4470400"/>
            <a:chExt cx="1854200" cy="1854200"/>
          </a:xfrm>
        </p:grpSpPr>
        <p:sp>
          <p:nvSpPr>
            <p:cNvPr id="12" name="Oval 11"/>
            <p:cNvSpPr/>
            <p:nvPr/>
          </p:nvSpPr>
          <p:spPr>
            <a:xfrm>
              <a:off x="9359900" y="4470400"/>
              <a:ext cx="1854200" cy="1854200"/>
            </a:xfrm>
            <a:prstGeom prst="ellipse">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head1.gif"/>
            <p:cNvPicPr>
              <a:picLocks noChangeAspect="1"/>
            </p:cNvPicPr>
            <p:nvPr/>
          </p:nvPicPr>
          <p:blipFill>
            <a:blip r:embed="rId6"/>
            <a:srcRect l="9016" r="9016"/>
            <a:stretch>
              <a:fillRect/>
            </a:stretch>
          </p:blipFill>
          <p:spPr>
            <a:xfrm>
              <a:off x="9398000" y="4508500"/>
              <a:ext cx="1778000" cy="1778000"/>
            </a:xfrm>
            <a:prstGeom prst="ellipse">
              <a:avLst/>
            </a:prstGeom>
            <a:ln w="76200">
              <a:solidFill>
                <a:srgbClr val="FFF8F0"/>
              </a:solidFill>
            </a:ln>
          </p:spPr>
        </p:pic>
      </p:grpSp>
      <p:pic>
        <p:nvPicPr>
          <p:cNvPr id="15" name="Picture 14" descr="s6_04.png"/>
          <p:cNvPicPr>
            <a:picLocks noChangeAspect="1"/>
          </p:cNvPicPr>
          <p:nvPr/>
        </p:nvPicPr>
        <p:blipFill>
          <a:blip r:embed="rId7"/>
          <a:stretch>
            <a:fillRect/>
          </a:stretch>
        </p:blipFill>
        <p:spPr>
          <a:xfrm>
            <a:off x="2772667" y="1563687"/>
            <a:ext cx="6646564" cy="1762125"/>
          </a:xfrm>
          <a:prstGeom prst="rect">
            <a:avLst/>
          </a:prstGeom>
        </p:spPr>
      </p:pic>
      <p:pic>
        <p:nvPicPr>
          <p:cNvPr id="16" name="Picture 15" descr="s6_05.png"/>
          <p:cNvPicPr>
            <a:picLocks noChangeAspect="1"/>
          </p:cNvPicPr>
          <p:nvPr/>
        </p:nvPicPr>
        <p:blipFill>
          <a:blip r:embed="rId8"/>
          <a:stretch>
            <a:fillRect/>
          </a:stretch>
        </p:blipFill>
        <p:spPr>
          <a:xfrm>
            <a:off x="3898205" y="2627312"/>
            <a:ext cx="4395589" cy="1130300"/>
          </a:xfrm>
          <a:prstGeom prst="rect">
            <a:avLst/>
          </a:prstGeom>
        </p:spPr>
      </p:pic>
      <p:pic>
        <p:nvPicPr>
          <p:cNvPr id="17" name="Picture 16" descr="s6_06.png"/>
          <p:cNvPicPr>
            <a:picLocks noChangeAspect="1"/>
          </p:cNvPicPr>
          <p:nvPr/>
        </p:nvPicPr>
        <p:blipFill>
          <a:blip r:embed="rId9"/>
          <a:stretch>
            <a:fillRect/>
          </a:stretch>
        </p:blipFill>
        <p:spPr>
          <a:xfrm>
            <a:off x="5238750" y="3249612"/>
            <a:ext cx="1714500" cy="1714500"/>
          </a:xfrm>
          <a:prstGeom prst="rect">
            <a:avLst/>
          </a:prstGeom>
        </p:spPr>
      </p:pic>
      <p:pic>
        <p:nvPicPr>
          <p:cNvPr id="18" name="Picture 17" descr="s6_07.png"/>
          <p:cNvPicPr>
            <a:picLocks noChangeAspect="1"/>
          </p:cNvPicPr>
          <p:nvPr/>
        </p:nvPicPr>
        <p:blipFill>
          <a:blip r:embed="rId10"/>
          <a:stretch>
            <a:fillRect/>
          </a:stretch>
        </p:blipFill>
        <p:spPr>
          <a:xfrm>
            <a:off x="4124920" y="4329112"/>
            <a:ext cx="3942159" cy="965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400">
        <p14:prism isContent="1"/>
      </p:transition>
    </mc:Choice>
    <mc:Fallback>
      <p:transition spd="slow">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10" presetID="31" presetClass="entr" presetSubtype="0" fill="hold" nodeType="withEffect">
                                  <p:stCondLst>
                                    <p:cond delay="200"/>
                                  </p:stCondLst>
                                  <p:childTnLst>
                                    <p:set>
                                      <p:cBhvr>
                                        <p:cTn id="9"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anim calcmode="lin" valueType="num">
                                      <p:cBhvr additive="base">
                                        <p:cTn id="6" dur="800" fill="hold"/>
                                        <p:tgtEl>
                                          <p:spTgt spid="5"/>
                                        </p:tgtEl>
                                        <p:attrNameLst>
                                          <p:attrName>ppt_w</p:attrName>
                                        </p:attrNameLst>
                                      </p:cBhvr>
                                      <p:tavLst>
                                        <p:tav tm="0">
                                          <p:val>
                                            <p:strVal val="0"/>
                                          </p:val>
                                        </p:tav>
                                        <p:tav tm="70000">
                                          <p:val>
                                            <p:strVal val="#ppt_w*1.07"/>
                                          </p:val>
                                        </p:tav>
                                        <p:tav tm="100000">
                                          <p:val>
                                            <p:strVal val="#ppt_w"/>
                                          </p:val>
                                        </p:tav>
                                      </p:tavLst>
                                    </p:anim>
                                    <p:anim calcmode="lin" valueType="num">
                                      <p:cBhvr additive="base">
                                        <p:cTn id="7" dur="800" fill="hold"/>
                                        <p:tgtEl>
                                          <p:spTgt spid="5"/>
                                        </p:tgtEl>
                                        <p:attrNameLst>
                                          <p:attrName>ppt_h</p:attrName>
                                        </p:attrNameLst>
                                      </p:cBhvr>
                                      <p:tavLst>
                                        <p:tav tm="0">
                                          <p:val>
                                            <p:strVal val="0"/>
                                          </p:val>
                                        </p:tav>
                                        <p:tav tm="70000">
                                          <p:val>
                                            <p:strVal val="#ppt_h*1.07"/>
                                          </p:val>
                                        </p:tav>
                                        <p:tav tm="100000">
                                          <p:val>
                                            <p:strVal val="#ppt_h"/>
                                          </p:val>
                                        </p:tav>
                                      </p:tavLst>
                                    </p:anim>
                                    <p:anim calcmode="lin" valueType="num">
                                      <p:cBhvr>
                                        <p:cTn id="8" dur="800" fill="hold" decel="100000"/>
                                        <p:tgtEl>
                                          <p:spTgt spid="5"/>
                                        </p:tgtEl>
                                        <p:attrNameLst>
                                          <p:attrName>style.rotation</p:attrName>
                                        </p:attrNameLst>
                                      </p:cBhvr>
                                      <p:tavLst>
                                        <p:tav tm="0">
                                          <p:val>
                                            <p:fltVal val="-208"/>
                                          </p:val>
                                        </p:tav>
                                        <p:tav tm="100000">
                                          <p:val>
                                            <p:fltVal val="-8"/>
                                          </p:val>
                                        </p:tav>
                                      </p:tavLst>
                                    </p:anim>
                                  </p:childTnLst>
                                </p:cTn>
                              </p:par>
                              <p:par>
                                <p:cTn id="16" presetID="31" presetClass="entr" presetSubtype="0" fill="hold" nodeType="withEffect">
                                  <p:stCondLst>
                                    <p:cond delay="350"/>
                                  </p:stCondLst>
                                  <p:childTnLst>
                                    <p:set>
                                      <p:cBhvr>
                                        <p:cTn id="15"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additive="base">
                                        <p:cTn id="12" dur="800" fill="hold"/>
                                        <p:tgtEl>
                                          <p:spTgt spid="8"/>
                                        </p:tgtEl>
                                        <p:attrNameLst>
                                          <p:attrName>ppt_w</p:attrName>
                                        </p:attrNameLst>
                                      </p:cBhvr>
                                      <p:tavLst>
                                        <p:tav tm="0">
                                          <p:val>
                                            <p:strVal val="0"/>
                                          </p:val>
                                        </p:tav>
                                        <p:tav tm="70000">
                                          <p:val>
                                            <p:strVal val="#ppt_w*1.07"/>
                                          </p:val>
                                        </p:tav>
                                        <p:tav tm="100000">
                                          <p:val>
                                            <p:strVal val="#ppt_w"/>
                                          </p:val>
                                        </p:tav>
                                      </p:tavLst>
                                    </p:anim>
                                    <p:anim calcmode="lin" valueType="num">
                                      <p:cBhvr additive="base">
                                        <p:cTn id="13" dur="800" fill="hold"/>
                                        <p:tgtEl>
                                          <p:spTgt spid="8"/>
                                        </p:tgtEl>
                                        <p:attrNameLst>
                                          <p:attrName>ppt_h</p:attrName>
                                        </p:attrNameLst>
                                      </p:cBhvr>
                                      <p:tavLst>
                                        <p:tav tm="0">
                                          <p:val>
                                            <p:strVal val="0"/>
                                          </p:val>
                                        </p:tav>
                                        <p:tav tm="70000">
                                          <p:val>
                                            <p:strVal val="#ppt_h*1.07"/>
                                          </p:val>
                                        </p:tav>
                                        <p:tav tm="100000">
                                          <p:val>
                                            <p:strVal val="#ppt_h"/>
                                          </p:val>
                                        </p:tav>
                                      </p:tavLst>
                                    </p:anim>
                                    <p:anim calcmode="lin" valueType="num">
                                      <p:cBhvr>
                                        <p:cTn id="14" dur="800" fill="hold" decel="100000"/>
                                        <p:tgtEl>
                                          <p:spTgt spid="8"/>
                                        </p:tgtEl>
                                        <p:attrNameLst>
                                          <p:attrName>style.rotation</p:attrName>
                                        </p:attrNameLst>
                                      </p:cBhvr>
                                      <p:tavLst>
                                        <p:tav tm="0">
                                          <p:val>
                                            <p:fltVal val="-192"/>
                                          </p:val>
                                        </p:tav>
                                        <p:tav tm="100000">
                                          <p:val>
                                            <p:fltVal val="8"/>
                                          </p:val>
                                        </p:tav>
                                      </p:tavLst>
                                    </p:anim>
                                  </p:childTnLst>
                                </p:cTn>
                              </p:par>
                              <p:par>
                                <p:cTn id="22" presetID="31" presetClass="entr" presetSubtype="0" fill="hold" nodeType="withEffect">
                                  <p:stCondLst>
                                    <p:cond delay="500"/>
                                  </p:stCondLst>
                                  <p:childTnLst>
                                    <p:set>
                                      <p:cBhvr>
                                        <p:cTn id="21"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anim calcmode="lin" valueType="num">
                                      <p:cBhvr additive="base">
                                        <p:cTn id="18" dur="800" fill="hold"/>
                                        <p:tgtEl>
                                          <p:spTgt spid="11"/>
                                        </p:tgtEl>
                                        <p:attrNameLst>
                                          <p:attrName>ppt_w</p:attrName>
                                        </p:attrNameLst>
                                      </p:cBhvr>
                                      <p:tavLst>
                                        <p:tav tm="0">
                                          <p:val>
                                            <p:strVal val="0"/>
                                          </p:val>
                                        </p:tav>
                                        <p:tav tm="70000">
                                          <p:val>
                                            <p:strVal val="#ppt_w*1.07"/>
                                          </p:val>
                                        </p:tav>
                                        <p:tav tm="100000">
                                          <p:val>
                                            <p:strVal val="#ppt_w"/>
                                          </p:val>
                                        </p:tav>
                                      </p:tavLst>
                                    </p:anim>
                                    <p:anim calcmode="lin" valueType="num">
                                      <p:cBhvr additive="base">
                                        <p:cTn id="19" dur="800" fill="hold"/>
                                        <p:tgtEl>
                                          <p:spTgt spid="11"/>
                                        </p:tgtEl>
                                        <p:attrNameLst>
                                          <p:attrName>ppt_h</p:attrName>
                                        </p:attrNameLst>
                                      </p:cBhvr>
                                      <p:tavLst>
                                        <p:tav tm="0">
                                          <p:val>
                                            <p:strVal val="0"/>
                                          </p:val>
                                        </p:tav>
                                        <p:tav tm="70000">
                                          <p:val>
                                            <p:strVal val="#ppt_h*1.07"/>
                                          </p:val>
                                        </p:tav>
                                        <p:tav tm="100000">
                                          <p:val>
                                            <p:strVal val="#ppt_h"/>
                                          </p:val>
                                        </p:tav>
                                      </p:tavLst>
                                    </p:anim>
                                    <p:anim calcmode="lin" valueType="num">
                                      <p:cBhvr>
                                        <p:cTn id="20" dur="800" fill="hold" decel="100000"/>
                                        <p:tgtEl>
                                          <p:spTgt spid="11"/>
                                        </p:tgtEl>
                                        <p:attrNameLst>
                                          <p:attrName>style.rotation</p:attrName>
                                        </p:attrNameLst>
                                      </p:cBhvr>
                                      <p:tavLst>
                                        <p:tav tm="0">
                                          <p:val>
                                            <p:fltVal val="-194"/>
                                          </p:val>
                                        </p:tav>
                                        <p:tav tm="100000">
                                          <p:val>
                                            <p:fltVal val="6"/>
                                          </p:val>
                                        </p:tav>
                                      </p:tavLst>
                                    </p:anim>
                                  </p:childTnLst>
                                </p:cTn>
                              </p:par>
                              <p:par>
                                <p:cTn id="28" presetID="31" presetClass="entr" presetSubtype="0" fill="hold" nodeType="withEffect">
                                  <p:stCondLst>
                                    <p:cond delay="650"/>
                                  </p:stCondLst>
                                  <p:childTnLst>
                                    <p:set>
                                      <p:cBhvr>
                                        <p:cTn id="27"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anim calcmode="lin" valueType="num">
                                      <p:cBhvr additive="base">
                                        <p:cTn id="24" dur="800" fill="hold"/>
                                        <p:tgtEl>
                                          <p:spTgt spid="14"/>
                                        </p:tgtEl>
                                        <p:attrNameLst>
                                          <p:attrName>ppt_w</p:attrName>
                                        </p:attrNameLst>
                                      </p:cBhvr>
                                      <p:tavLst>
                                        <p:tav tm="0">
                                          <p:val>
                                            <p:strVal val="0"/>
                                          </p:val>
                                        </p:tav>
                                        <p:tav tm="70000">
                                          <p:val>
                                            <p:strVal val="#ppt_w*1.07"/>
                                          </p:val>
                                        </p:tav>
                                        <p:tav tm="100000">
                                          <p:val>
                                            <p:strVal val="#ppt_w"/>
                                          </p:val>
                                        </p:tav>
                                      </p:tavLst>
                                    </p:anim>
                                    <p:anim calcmode="lin" valueType="num">
                                      <p:cBhvr additive="base">
                                        <p:cTn id="25" dur="800" fill="hold"/>
                                        <p:tgtEl>
                                          <p:spTgt spid="14"/>
                                        </p:tgtEl>
                                        <p:attrNameLst>
                                          <p:attrName>ppt_h</p:attrName>
                                        </p:attrNameLst>
                                      </p:cBhvr>
                                      <p:tavLst>
                                        <p:tav tm="0">
                                          <p:val>
                                            <p:strVal val="0"/>
                                          </p:val>
                                        </p:tav>
                                        <p:tav tm="70000">
                                          <p:val>
                                            <p:strVal val="#ppt_h*1.07"/>
                                          </p:val>
                                        </p:tav>
                                        <p:tav tm="100000">
                                          <p:val>
                                            <p:strVal val="#ppt_h"/>
                                          </p:val>
                                        </p:tav>
                                      </p:tavLst>
                                    </p:anim>
                                    <p:anim calcmode="lin" valueType="num">
                                      <p:cBhvr>
                                        <p:cTn id="26" dur="800" fill="hold" decel="100000"/>
                                        <p:tgtEl>
                                          <p:spTgt spid="14"/>
                                        </p:tgtEl>
                                        <p:attrNameLst>
                                          <p:attrName>style.rotation</p:attrName>
                                        </p:attrNameLst>
                                      </p:cBhvr>
                                      <p:tavLst>
                                        <p:tav tm="0">
                                          <p:val>
                                            <p:fltVal val="-206"/>
                                          </p:val>
                                        </p:tav>
                                        <p:tav tm="100000">
                                          <p:val>
                                            <p:fltVal val="-6"/>
                                          </p:val>
                                        </p:tav>
                                      </p:tavLst>
                                    </p:anim>
                                  </p:childTnLst>
                                </p:cTn>
                              </p:par>
                              <p:par>
                                <p:cTn id="33" presetID="53" presetClass="entr" presetSubtype="16" fill="hold" nodeType="withEffect">
                                  <p:stCondLst>
                                    <p:cond delay="800"/>
                                  </p:stCondLst>
                                  <p:childTnLst>
                                    <p:set>
                                      <p:cBhvr>
                                        <p:cTn id="32"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anim calcmode="lin" valueType="num">
                                      <p:cBhvr additive="base">
                                        <p:cTn id="30" dur="800" fill="hold"/>
                                        <p:tgtEl>
                                          <p:spTgt spid="15"/>
                                        </p:tgtEl>
                                        <p:attrNameLst>
                                          <p:attrName>ppt_w</p:attrName>
                                        </p:attrNameLst>
                                      </p:cBhvr>
                                      <p:tavLst>
                                        <p:tav tm="0">
                                          <p:val>
                                            <p:strVal val="0"/>
                                          </p:val>
                                        </p:tav>
                                        <p:tav tm="70000">
                                          <p:val>
                                            <p:strVal val="#ppt_w*1.07"/>
                                          </p:val>
                                        </p:tav>
                                        <p:tav tm="100000">
                                          <p:val>
                                            <p:strVal val="#ppt_w"/>
                                          </p:val>
                                        </p:tav>
                                      </p:tavLst>
                                    </p:anim>
                                    <p:anim calcmode="lin" valueType="num">
                                      <p:cBhvr additive="base">
                                        <p:cTn id="31" dur="800" fill="hold"/>
                                        <p:tgtEl>
                                          <p:spTgt spid="15"/>
                                        </p:tgtEl>
                                        <p:attrNameLst>
                                          <p:attrName>ppt_h</p:attrName>
                                        </p:attrNameLst>
                                      </p:cBhvr>
                                      <p:tavLst>
                                        <p:tav tm="0">
                                          <p:val>
                                            <p:strVal val="0"/>
                                          </p:val>
                                        </p:tav>
                                        <p:tav tm="70000">
                                          <p:val>
                                            <p:strVal val="#ppt_h*1.07"/>
                                          </p:val>
                                        </p:tav>
                                        <p:tav tm="100000">
                                          <p:val>
                                            <p:strVal val="#ppt_h"/>
                                          </p:val>
                                        </p:tav>
                                      </p:tavLst>
                                    </p:anim>
                                  </p:childTnLst>
                                </p:cTn>
                              </p:par>
                              <p:par>
                                <p:cTn id="37" presetID="42" presetClass="entr" presetSubtype="0" fill="hold" nodeType="withEffect">
                                  <p:stCondLst>
                                    <p:cond delay="10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anim calcmode="lin" valueType="num">
                                      <p:cBhvr additive="base">
                                        <p:cTn id="35" dur="800" fill="hold" decel="100000"/>
                                        <p:tgtEl>
                                          <p:spTgt spid="16"/>
                                        </p:tgtEl>
                                        <p:attrNameLst>
                                          <p:attrName>ppt_y</p:attrName>
                                        </p:attrNameLst>
                                      </p:cBhvr>
                                      <p:tavLst>
                                        <p:tav tm="0">
                                          <p:val>
                                            <p:strVal val="#ppt_y+0.06"/>
                                          </p:val>
                                        </p:tav>
                                        <p:tav tm="100000">
                                          <p:val>
                                            <p:strVal val="#ppt_y"/>
                                          </p:val>
                                        </p:tav>
                                      </p:tavLst>
                                    </p:anim>
                                  </p:childTnLst>
                                </p:cTn>
                              </p:par>
                              <p:par>
                                <p:cTn id="41" presetID="2" presetClass="entr" presetSubtype="1" fill="hold" nodeType="withEffect">
                                  <p:stCondLst>
                                    <p:cond delay="1300"/>
                                  </p:stCondLst>
                                  <p:childTnLst>
                                    <p:set>
                                      <p:cBhvr>
                                        <p:cTn id="40"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anim calcmode="lin" valueType="num">
                                      <p:cBhvr additive="base">
                                        <p:cTn id="39" dur="800" fill="hold"/>
                                        <p:tgtEl>
                                          <p:spTgt spid="17"/>
                                        </p:tgtEl>
                                        <p:attrNameLst>
                                          <p:attrName>ppt_y</p:attrName>
                                        </p:attrNameLst>
                                      </p:cBhvr>
                                      <p:tavLst>
                                        <p:tav tm="0">
                                          <p:val>
                                            <p:strVal val="#ppt_y-0.12"/>
                                          </p:val>
                                        </p:tav>
                                        <p:tav tm="60000">
                                          <p:val>
                                            <p:strVal val="#ppt_y+0.012"/>
                                          </p:val>
                                        </p:tav>
                                        <p:tav tm="80000">
                                          <p:val>
                                            <p:strVal val="#ppt_y-0.005"/>
                                          </p:val>
                                        </p:tav>
                                        <p:tav tm="100000">
                                          <p:val>
                                            <p:strVal val="#ppt_y"/>
                                          </p:val>
                                        </p:tav>
                                      </p:tavLst>
                                    </p:anim>
                                  </p:childTnLst>
                                </p:cTn>
                              </p:par>
                              <p:par>
                                <p:cTn id="45" presetID="42" presetClass="entr" presetSubtype="0" fill="hold" nodeType="withEffect">
                                  <p:stCondLst>
                                    <p:cond delay="1600"/>
                                  </p:stCondLst>
                                  <p:childTnLst>
                                    <p:set>
                                      <p:cBhvr>
                                        <p:cTn id="44"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additive="base">
                                        <p:cTn id="43" dur="800" fill="hold" decel="100000"/>
                                        <p:tgtEl>
                                          <p:spTgt spid="18"/>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